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b365896ad4ef0" /><Relationship Type="http://schemas.openxmlformats.org/officeDocument/2006/relationships/extended-properties" Target="/docProps/app.xml" Id="Rfc2a8a981457455d" /><Relationship Type="http://schemas.openxmlformats.org/officeDocument/2006/relationships/officeDocument" Target="/ppt/presentation.xml" Id="R6c0b9ea3a3fa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67fea9bee94a82"/>
  </p:sldMasterIdLst>
  <p:notesMasterIdLst>
    <p:notesMasterId xmlns:r="http://schemas.openxmlformats.org/officeDocument/2006/relationships" r:id="R44068b0e863148df"/>
  </p:notesMasterIdLst>
  <p:sldIdLst>
    <p:sldId xmlns:r="http://schemas.openxmlformats.org/officeDocument/2006/relationships" id="256" r:id="R67420fb75f924513"/>
    <p:sldId xmlns:r="http://schemas.openxmlformats.org/officeDocument/2006/relationships" id="257" r:id="Rd57acceab35541bd"/>
    <p:sldId xmlns:r="http://schemas.openxmlformats.org/officeDocument/2006/relationships" id="258" r:id="R61904324a4a74e60"/>
    <p:sldId xmlns:r="http://schemas.openxmlformats.org/officeDocument/2006/relationships" id="259" r:id="Rdd6a880240744cb3"/>
    <p:sldId xmlns:r="http://schemas.openxmlformats.org/officeDocument/2006/relationships" id="260" r:id="Rf6cfddf5dd06474b"/>
    <p:sldId xmlns:r="http://schemas.openxmlformats.org/officeDocument/2006/relationships" id="261" r:id="R79a7fb9e90d44342"/>
    <p:sldId xmlns:r="http://schemas.openxmlformats.org/officeDocument/2006/relationships" id="262" r:id="Rcc10c50137b24d45"/>
    <p:sldId xmlns:r="http://schemas.openxmlformats.org/officeDocument/2006/relationships" id="263" r:id="R28b2a22efc6a46c4"/>
    <p:sldId xmlns:r="http://schemas.openxmlformats.org/officeDocument/2006/relationships" id="264" r:id="R946cbd291f9e49fc"/>
    <p:sldId xmlns:r="http://schemas.openxmlformats.org/officeDocument/2006/relationships" id="265" r:id="R6f20e9c08d56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a0804d19964416" /><Relationship Type="http://schemas.openxmlformats.org/officeDocument/2006/relationships/slideMaster" Target="/ppt/slideMasters/slideMaster1.xml" Id="R1067fea9bee94a82" /><Relationship Type="http://schemas.openxmlformats.org/officeDocument/2006/relationships/notesMaster" Target="/ppt/notesMasters/notesMaster1.xml" Id="R44068b0e863148df" /><Relationship Type="http://schemas.openxmlformats.org/officeDocument/2006/relationships/presProps" Target="/ppt/presProps.xml" Id="Raa3263d4efaf4b31" /><Relationship Type="http://schemas.openxmlformats.org/officeDocument/2006/relationships/tableStyles" Target="/ppt/tableStyles.xml" Id="Re1f2c03ce41e4eba" /><Relationship Type="http://schemas.openxmlformats.org/officeDocument/2006/relationships/slide" Target="/ppt/slides/slide1.xml" Id="R67420fb75f924513" /><Relationship Type="http://schemas.openxmlformats.org/officeDocument/2006/relationships/slide" Target="/ppt/slides/slide2.xml" Id="Rd57acceab35541bd" /><Relationship Type="http://schemas.openxmlformats.org/officeDocument/2006/relationships/slide" Target="/ppt/slides/slide3.xml" Id="R61904324a4a74e60" /><Relationship Type="http://schemas.openxmlformats.org/officeDocument/2006/relationships/slide" Target="/ppt/slides/slide4.xml" Id="Rdd6a880240744cb3" /><Relationship Type="http://schemas.openxmlformats.org/officeDocument/2006/relationships/slide" Target="/ppt/slides/slide5.xml" Id="Rf6cfddf5dd06474b" /><Relationship Type="http://schemas.openxmlformats.org/officeDocument/2006/relationships/slide" Target="/ppt/slides/slide6.xml" Id="R79a7fb9e90d44342" /><Relationship Type="http://schemas.openxmlformats.org/officeDocument/2006/relationships/slide" Target="/ppt/slides/slide7.xml" Id="Rcc10c50137b24d45" /><Relationship Type="http://schemas.openxmlformats.org/officeDocument/2006/relationships/slide" Target="/ppt/slides/slide8.xml" Id="R28b2a22efc6a46c4" /><Relationship Type="http://schemas.openxmlformats.org/officeDocument/2006/relationships/slide" Target="/ppt/slides/slide9.xml" Id="R946cbd291f9e49fc" /><Relationship Type="http://schemas.openxmlformats.org/officeDocument/2006/relationships/slide" Target="/ppt/slides/slide10.xml" Id="R6f20e9c08d56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ba81040c53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8c48f18f0449b" /><Relationship Type="http://schemas.openxmlformats.org/officeDocument/2006/relationships/notesMaster" Target="/ppt/notesMasters/notesMaster1.xml" Id="Rc896299ebe02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9da26e28034f7c" /><Relationship Type="http://schemas.openxmlformats.org/officeDocument/2006/relationships/notesMaster" Target="/ppt/notesMasters/notesMaster1.xml" Id="R1eee7dcb69dc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d1a6055284d74" /><Relationship Type="http://schemas.openxmlformats.org/officeDocument/2006/relationships/notesMaster" Target="/ppt/notesMasters/notesMaster1.xml" Id="R2808f0ec7e3f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8cbd904bb45ae" /><Relationship Type="http://schemas.openxmlformats.org/officeDocument/2006/relationships/notesMaster" Target="/ppt/notesMasters/notesMaster1.xml" Id="R17f0b99828f2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39a7734946465e" /><Relationship Type="http://schemas.openxmlformats.org/officeDocument/2006/relationships/notesMaster" Target="/ppt/notesMasters/notesMaster1.xml" Id="R244e3c52b761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89ed84ce84507" /><Relationship Type="http://schemas.openxmlformats.org/officeDocument/2006/relationships/notesMaster" Target="/ppt/notesMasters/notesMaster1.xml" Id="R52d7fe945a7d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f67c7c6b945b5" /><Relationship Type="http://schemas.openxmlformats.org/officeDocument/2006/relationships/notesMaster" Target="/ppt/notesMasters/notesMaster1.xml" Id="Re0be2c340d8e49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be43f650724162" /><Relationship Type="http://schemas.openxmlformats.org/officeDocument/2006/relationships/notesMaster" Target="/ppt/notesMasters/notesMaster1.xml" Id="Raf61aab982ac4a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af6d08f820401b" /><Relationship Type="http://schemas.openxmlformats.org/officeDocument/2006/relationships/notesMaster" Target="/ppt/notesMasters/notesMaster1.xml" Id="R385b6c6dab3e4e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d2809321bd4611" /><Relationship Type="http://schemas.openxmlformats.org/officeDocument/2006/relationships/notesMaster" Target="/ppt/notesMasters/notesMaster1.xml" Id="R63a115f06a07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频率合计16×10000随机请求×11候选=1760000次SELF_PROXY，每频110000逻辑候选。snapshot_0054冻结于2026-09-08T17:11:58.789071Z，累计63请求/693槽。560不同求解工件包括533strict有效和27strict无效，工件数量不等于统计独立样本数。工作流计数可汇总，5K/10K精度分开。较新后台快照不纳入本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reports/frequency5to20_20260908T063800Z/advisor_slides_cumulative40_20260908T150100Z/candidate_v3/output/advisor_frequency5to20_cumulative40_v3.pptx</a:t>
            </a:r>
          </a:p>
          <a:p xmlns:a="http://schemas.openxmlformats.org/drawingml/2006/main">
            <a:r>
              <a:t>SHA256 73e77015ea891e7c0a6e08f9718f80f3aa36c9afe2a361aedbcad3a2f4997d03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reports/frequency5to20_20260908T063800Z/advisor_slides_cumulative40_20260908T150100Z/candidate_v3/drafts/advisor_frequency5to20_cumulative40_v3.pptx</a:t>
            </a:r>
          </a:p>
          <a:p xmlns:a="http://schemas.openxmlformats.org/drawingml/2006/main">
            <a:r>
              <a:t>SHA256 c87a185b29913b96288a02923b830fe27e6ecf2185f668c5038573c72eae606d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reports/frequency5to20_20260908T063800Z/advisor_slides_cumulative40_20260908T150100Z/candidate_v3/qa/AFTER.ndjson</a:t>
            </a:r>
          </a:p>
          <a:p xmlns:a="http://schemas.openxmlformats.org/drawingml/2006/main">
            <a:r>
              <a:t>SHA256 7872cd5c0754155090dbf89c452b9de2e08188e7e132392b0f6e339f9aef897e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github_worktrees/frequency-indexed-mlp-20260908/docs/research/frequency5to20_new23_cumulative63_20260908_v1/STATUS16.json</a:t>
            </a:r>
          </a:p>
          <a:p xmlns:a="http://schemas.openxmlformats.org/drawingml/2006/main">
            <a:r>
              <a:t>SHA256 c305155148efa00787fa0d27a337664a529e477e3770b146e372dce276ba3acb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github_worktrees/frequency-indexed-mlp-20260908/docs/research/frequency5to20_new23_cumulative63_20260908_v1/NEW23_SELECTED_PHYSICS.csv</a:t>
            </a:r>
          </a:p>
          <a:p xmlns:a="http://schemas.openxmlformats.org/drawingml/2006/main">
            <a:r>
              <a:t>SHA256 e4a28a270c40023ae1df0c34515e377a3861a75504ab2f9310fab37de7a4a09a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github_worktrees/frequency-indexed-mlp-20260908/docs/research/frequency5to20_new23_cumulative63_20260908_v1/PUBLIC_RECEIPT.json</a:t>
            </a:r>
          </a:p>
          <a:p xmlns:a="http://schemas.openxmlformats.org/drawingml/2006/main">
            <a:r>
              <a:t>SHA256 d9c1004f3d853004dd4b4e8ede3992023c8e0cf9d48a379fdd3cbd404235cd8e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github_worktrees/frequency-indexed-mlp-20260908/docs/research/frequency5to20_new23_cumulative63_20260908_v1/PACKAGE_QA.json</a:t>
            </a:r>
          </a:p>
          <a:p xmlns:a="http://schemas.openxmlformats.org/drawingml/2006/main">
            <a:r>
              <a:t>SHA256 293fc5bc63290db517351dc43de22a942df8d7265623e7f5e7e8b8fc5f857593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github_worktrees/frequency-indexed-mlp-20260908/docs/research/frequency5to20_new23_cumulative63_20260908_v1/RELEASE_SHA256SUMS</a:t>
            </a:r>
          </a:p>
          <a:p xmlns:a="http://schemas.openxmlformats.org/drawingml/2006/main">
            <a:r>
              <a:t>SHA256 010025a12dae4d3708bab1e8b8bcd5b1d9e987df564797c75f64709841cb05b0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reports/frequency5to20_20260908T063800Z/milestone_new23_cumulative63_v1/numeric_qa_v1/attempt_v2/INDEPENDENT_NUMERICAL_QA_RECEIPT.json</a:t>
            </a:r>
          </a:p>
          <a:p xmlns:a="http://schemas.openxmlformats.org/drawingml/2006/main">
            <a:r>
              <a:t>SHA256 644730ae7c7dfd5a149971044facfde766773edba01723355674a414a8ae7a91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reports/frequency5to20_20260908T063800Z/milestone_new23_cumulative63_v1/numeric_qa_v1/attempt_v2/NEW23_FAILURE_ORIGINAL_FLAGS.json</a:t>
            </a:r>
          </a:p>
          <a:p xmlns:a="http://schemas.openxmlformats.org/drawingml/2006/main">
            <a:r>
              <a:t>SHA256 4fa7a53ae17c70343b7d63877dd980d6e57988070c26c1013daecd86ed0bdde7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每频率正向10→256→256→256→4、反向4→256→256→256→10</a:t>
            </a:r>
          </a:p>
          <a:p xmlns:a="http://schemas.openxmlformats.org/drawingml/2006/main">
            <a:r>
              <a:t>完整10维字段顺序：primary_outer_width_um, primary_outer_height_um, secondary_outer_width_um, secondary_outer_height_um, line_width_um, primary_terminal_y_span_um, secondary_terminal_y_span_um, offset_um, primary_feed_extension_um, secondary_feed_extension_um。不把历史15GHz权重复制成其他频率，本轮主实验从头训练。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固定1..10000源快照，跨频率共同几何划分，逐频strict筛选</a:t>
            </a:r>
          </a:p>
          <a:p xmlns:a="http://schemas.openxmlformats.org/drawingml/2006/main">
            <a:r>
              <a:t>严格标签依照生产已有SRF/2及有效性规则。56配置频点不是56个已训练模型。这里展示5..20已训练支持范围。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逐频率随机Q扫描，响应命中与解析联合通过同分母分开展示</a:t>
            </a:r>
          </a:p>
          <a:p xmlns:a="http://schemas.openxmlformats.org/drawingml/2006/main">
            <a:r>
              <a:t>Q_target为对称目标，不使用旧汇报中的one-sided短缺定义。每频率10,000 requests×11=110,000逻辑候选，不能称110,000独立请求。预选q_proxy基于冻结网格代理，未使用EMX选择。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问题：固定请求经过真实物理流程后，有多少求解有效及失败？此页工作流计数不用于精度或因果排名。原每频20请求，总320请求3520槽。已结算63请求为533有效+27无效+46解析+60GDS+27DRC=693。剩余257未结算请求含2652pending槽和175预知解析拒绝；全计划221解析拒绝不能替代本页46。样本以request整簇，各频仅3–4请求，95%区间采用整请求bootstrap2000次seed2026090801，仅作小样本描述。7个原11项全strict请求才允许q_emx。15GHz开发5K为4请求36求解32有效，正式10K15 fresh EMX=NOT_RUN。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reports/frequency5to20_20260908T063800Z/advisor_slides_cumulative40_20260908T150100Z/candidate_v3/output/advisor_frequency5to20_cumulative40_v3.pptx</a:t>
            </a:r>
          </a:p>
          <a:p xmlns:a="http://schemas.openxmlformats.org/drawingml/2006/main">
            <a:r>
              <a:t>SHA256 73e77015ea891e7c0a6e08f9718f80f3aa36c9afe2a361aedbcad3a2f4997d03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reports/frequency5to20_20260908T063800Z/advisor_slides_cumulative40_20260908T150100Z/candidate_v3/drafts/advisor_frequency5to20_cumulative40_v3.pptx</a:t>
            </a:r>
          </a:p>
          <a:p xmlns:a="http://schemas.openxmlformats.org/drawingml/2006/main">
            <a:r>
              <a:t>SHA256 c87a185b29913b96288a02923b830fe27e6ecf2185f668c5038573c72eae606d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reports/frequency5to20_20260908T063800Z/advisor_slides_cumulative40_20260908T150100Z/candidate_v3/qa/AFTER.ndjson</a:t>
            </a:r>
          </a:p>
          <a:p xmlns:a="http://schemas.openxmlformats.org/drawingml/2006/main">
            <a:r>
              <a:t>SHA256 7872cd5c0754155090dbf89c452b9de2e08188e7e132392b0f6e339f9aef897e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github_worktrees/frequency-indexed-mlp-20260908/docs/research/frequency5to20_new23_cumulative63_20260908_v1/STATUS16.json</a:t>
            </a:r>
          </a:p>
          <a:p xmlns:a="http://schemas.openxmlformats.org/drawingml/2006/main">
            <a:r>
              <a:t>SHA256 c305155148efa00787fa0d27a337664a529e477e3770b146e372dce276ba3acb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github_worktrees/frequency-indexed-mlp-20260908/docs/research/frequency5to20_new23_cumulative63_20260908_v1/NEW23_SELECTED_PHYSICS.csv</a:t>
            </a:r>
          </a:p>
          <a:p xmlns:a="http://schemas.openxmlformats.org/drawingml/2006/main">
            <a:r>
              <a:t>SHA256 e4a28a270c40023ae1df0c34515e377a3861a75504ab2f9310fab37de7a4a09a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github_worktrees/frequency-indexed-mlp-20260908/docs/research/frequency5to20_new23_cumulative63_20260908_v1/PUBLIC_RECEIPT.json</a:t>
            </a:r>
          </a:p>
          <a:p xmlns:a="http://schemas.openxmlformats.org/drawingml/2006/main">
            <a:r>
              <a:t>SHA256 d9c1004f3d853004dd4b4e8ede3992023c8e0cf9d48a379fdd3cbd404235cd8e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github_worktrees/frequency-indexed-mlp-20260908/docs/research/frequency5to20_new23_cumulative63_20260908_v1/PACKAGE_QA.json</a:t>
            </a:r>
          </a:p>
          <a:p xmlns:a="http://schemas.openxmlformats.org/drawingml/2006/main">
            <a:r>
              <a:t>SHA256 293fc5bc63290db517351dc43de22a942df8d7265623e7f5e7e8b8fc5f857593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github_worktrees/frequency-indexed-mlp-20260908/docs/research/frequency5to20_new23_cumulative63_20260908_v1/RELEASE_SHA256SUMS</a:t>
            </a:r>
          </a:p>
          <a:p xmlns:a="http://schemas.openxmlformats.org/drawingml/2006/main">
            <a:r>
              <a:t>SHA256 010025a12dae4d3708bab1e8b8bcd5b1d9e987df564797c75f64709841cb05b0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reports/frequency5to20_20260908T063800Z/milestone_new23_cumulative63_v1/numeric_qa_v1/attempt_v2/INDEPENDENT_NUMERICAL_QA_RECEIPT.json</a:t>
            </a:r>
          </a:p>
          <a:p xmlns:a="http://schemas.openxmlformats.org/drawingml/2006/main">
            <a:r>
              <a:t>SHA256 644730ae7c7dfd5a149971044facfde766773edba01723355674a414a8ae7a91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reports/frequency5to20_20260908T063800Z/milestone_new23_cumulative63_v1/numeric_qa_v1/attempt_v2/NEW23_FAILURE_ORIGINAL_FLAGS.json</a:t>
            </a:r>
          </a:p>
          <a:p xmlns:a="http://schemas.openxmlformats.org/drawingml/2006/main">
            <a:r>
              <a:t>SHA256 4fa7a53ae17c70343b7d63877dd980d6e57988070c26c1013daecd86ed0bdde7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请求f20_qscan-HELDOUT_TRIPLE_AUDIT-000003，FORMAL_10K，q_proxy=14。四指标顺序Lp_nH,Ls_nH,Qmin,K_abs。descriptor_valid和physics_qa_pass=true，strict_lumped_valid和below_half_srf=false；原主副SRF括区39–40GHz，估计39.46864807128926/39.53671107514604GHz。本页有限描述数仅诊断，不纳入strict误差和联合成功。百分比=100*abs(EMX-target)/abs(target)，与绝对容差[.125,.125,1,.04]不同。K近零时百分比敏感。表格列共同绝对容差以说明评价定义，不代表strict门通过。源数值保留CSV全精度，图表10有效位，表格6位小数。另一个新增预选失败是5GHz第四Q11，解析通过但GDS ground_clearance/foundry_power_line/foundry_via_stack_and_landing_pad门失败，未进入Calibre，无EMX数值，不能填0。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reports/frequency5to20_20260908T063800Z/advisor_slides_cumulative40_20260908T150100Z/candidate_v3/output/advisor_frequency5to20_cumulative40_v3.pptx</a:t>
            </a:r>
          </a:p>
          <a:p xmlns:a="http://schemas.openxmlformats.org/drawingml/2006/main">
            <a:r>
              <a:t>SHA256 73e77015ea891e7c0a6e08f9718f80f3aa36c9afe2a361aedbcad3a2f4997d03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reports/frequency5to20_20260908T063800Z/advisor_slides_cumulative40_20260908T150100Z/candidate_v3/drafts/advisor_frequency5to20_cumulative40_v3.pptx</a:t>
            </a:r>
          </a:p>
          <a:p xmlns:a="http://schemas.openxmlformats.org/drawingml/2006/main">
            <a:r>
              <a:t>SHA256 c87a185b29913b96288a02923b830fe27e6ecf2185f668c5038573c72eae606d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reports/frequency5to20_20260908T063800Z/advisor_slides_cumulative40_20260908T150100Z/candidate_v3/qa/AFTER.ndjson</a:t>
            </a:r>
          </a:p>
          <a:p xmlns:a="http://schemas.openxmlformats.org/drawingml/2006/main">
            <a:r>
              <a:t>SHA256 7872cd5c0754155090dbf89c452b9de2e08188e7e132392b0f6e339f9aef897e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github_worktrees/frequency-indexed-mlp-20260908/docs/research/frequency5to20_new23_cumulative63_20260908_v1/STATUS16.json</a:t>
            </a:r>
          </a:p>
          <a:p xmlns:a="http://schemas.openxmlformats.org/drawingml/2006/main">
            <a:r>
              <a:t>SHA256 c305155148efa00787fa0d27a337664a529e477e3770b146e372dce276ba3acb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github_worktrees/frequency-indexed-mlp-20260908/docs/research/frequency5to20_new23_cumulative63_20260908_v1/NEW23_SELECTED_PHYSICS.csv</a:t>
            </a:r>
          </a:p>
          <a:p xmlns:a="http://schemas.openxmlformats.org/drawingml/2006/main">
            <a:r>
              <a:t>SHA256 e4a28a270c40023ae1df0c34515e377a3861a75504ab2f9310fab37de7a4a09a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github_worktrees/frequency-indexed-mlp-20260908/docs/research/frequency5to20_new23_cumulative63_20260908_v1/PUBLIC_RECEIPT.json</a:t>
            </a:r>
          </a:p>
          <a:p xmlns:a="http://schemas.openxmlformats.org/drawingml/2006/main">
            <a:r>
              <a:t>SHA256 d9c1004f3d853004dd4b4e8ede3992023c8e0cf9d48a379fdd3cbd404235cd8e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github_worktrees/frequency-indexed-mlp-20260908/docs/research/frequency5to20_new23_cumulative63_20260908_v1/PACKAGE_QA.json</a:t>
            </a:r>
          </a:p>
          <a:p xmlns:a="http://schemas.openxmlformats.org/drawingml/2006/main">
            <a:r>
              <a:t>SHA256 293fc5bc63290db517351dc43de22a942df8d7265623e7f5e7e8b8fc5f857593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github_worktrees/frequency-indexed-mlp-20260908/docs/research/frequency5to20_new23_cumulative63_20260908_v1/RELEASE_SHA256SUMS</a:t>
            </a:r>
          </a:p>
          <a:p xmlns:a="http://schemas.openxmlformats.org/drawingml/2006/main">
            <a:r>
              <a:t>SHA256 010025a12dae4d3708bab1e8b8bcd5b1d9e987df564797c75f64709841cb05b0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reports/frequency5to20_20260908T063800Z/milestone_new23_cumulative63_v1/numeric_qa_v1/attempt_v2/INDEPENDENT_NUMERICAL_QA_RECEIPT.json</a:t>
            </a:r>
          </a:p>
          <a:p xmlns:a="http://schemas.openxmlformats.org/drawingml/2006/main">
            <a:r>
              <a:t>SHA256 644730ae7c7dfd5a149971044facfde766773edba01723355674a414a8ae7a91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reports/frequency5to20_20260908T063800Z/milestone_new23_cumulative63_v1/numeric_qa_v1/attempt_v2/NEW23_FAILURE_ORIGINAL_FLAGS.json</a:t>
            </a:r>
          </a:p>
          <a:p xmlns:a="http://schemas.openxmlformats.org/drawingml/2006/main">
            <a:r>
              <a:t>SHA256 4fa7a53ae17c70343b7d63877dd980d6e57988070c26c1013daecd86ed0bdde7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15GHz的真实保存validation曲线与高频预算限制</a:t>
            </a:r>
          </a:p>
          <a:p xmlns:a="http://schemas.openxmlformats.org/drawingml/2006/main">
            <a:r>
              <a:t>每角色max=min(12000,ceil(200*Ntrain/32))，seed17，AdamW lr3e-4 wd1e-4，batch32 micro8，CPU2线程，validation间隔100，patience20。几何anchor权重0.01，响应权重warmup600+ramp3000及EMA自适应。预算结束保存PARTIAL不是收敛证明。best F=11800，I=11900；last=12000。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reports/frequency_indexed_mlp_20260908T041800Z/formal10k_15ghz/forward/attempt_0001/history.json</a:t>
            </a:r>
          </a:p>
          <a:p xmlns:a="http://schemas.openxmlformats.org/drawingml/2006/main">
            <a:r>
              <a:t>SHA256 1518441a3fac461d1afd1aaf25f8ed80c9713772331552f1d02c271780ec8d29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reports/frequency_indexed_mlp_20260908T041800Z/formal10k_15ghz/inverse/attempt_0001/history.json</a:t>
            </a:r>
          </a:p>
          <a:p xmlns:a="http://schemas.openxmlformats.org/drawingml/2006/main">
            <a:r>
              <a:t>SHA256 f9436db654fc6da7ad6681894f6e8a514d436b88d5b43e092fbc62f876d73020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当前结论与局限：复用256×3简单结构，频率只路由。源10K按共同几何hash train6015/val2002/test1983划分，逐频strict有效train继续减少。SELF_PROXY为内部反馈，真实EMX与制造门禁另列。累计63请求仅7个完整strict11，不能从幸存者候选计算完整q_emx。所有32个F/I首预算终态均PARTIAL/UPDATE_BUDGET_COMPLETE。steps=min(12000,ceil(200*Ntrain/32))，19/20GHz分别3357/1744，小于600+3000反馈ramp终点。保存/加载/单更新resume_probe已通过，但诊断权重research_comparison_eligible=false。正式10K15模型包见本页相对路径，freshEMX仍NOT_RUN。已有测试/EMX不回灌选择冻结权重，不作因果冠军、随机总体准确率或充分收敛声明。当前物理CDF和目标-实际密度无获批结果，代理图不可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reports/frequency5to20_20260908T063800Z/advisor_slides_cumulative40_20260908T150100Z/candidate_v3/output/advisor_frequency5to20_cumulative40_v3.pptx</a:t>
            </a:r>
          </a:p>
          <a:p xmlns:a="http://schemas.openxmlformats.org/drawingml/2006/main">
            <a:r>
              <a:t>SHA256 73e77015ea891e7c0a6e08f9718f80f3aa36c9afe2a361aedbcad3a2f4997d03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reports/frequency5to20_20260908T063800Z/advisor_slides_cumulative40_20260908T150100Z/candidate_v3/drafts/advisor_frequency5to20_cumulative40_v3.pptx</a:t>
            </a:r>
          </a:p>
          <a:p xmlns:a="http://schemas.openxmlformats.org/drawingml/2006/main">
            <a:r>
              <a:t>SHA256 c87a185b29913b96288a02923b830fe27e6ecf2185f668c5038573c72eae606d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reports/frequency5to20_20260908T063800Z/advisor_slides_cumulative40_20260908T150100Z/candidate_v3/qa/AFTER.ndjson</a:t>
            </a:r>
          </a:p>
          <a:p xmlns:a="http://schemas.openxmlformats.org/drawingml/2006/main">
            <a:r>
              <a:t>SHA256 7872cd5c0754155090dbf89c452b9de2e08188e7e132392b0f6e339f9aef897e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github_worktrees/frequency-indexed-mlp-20260908/docs/research/frequency5to20_new23_cumulative63_20260908_v1/STATUS16.json</a:t>
            </a:r>
          </a:p>
          <a:p xmlns:a="http://schemas.openxmlformats.org/drawingml/2006/main">
            <a:r>
              <a:t>SHA256 c305155148efa00787fa0d27a337664a529e477e3770b146e372dce276ba3acb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github_worktrees/frequency-indexed-mlp-20260908/docs/research/frequency5to20_new23_cumulative63_20260908_v1/NEW23_SELECTED_PHYSICS.csv</a:t>
            </a:r>
          </a:p>
          <a:p xmlns:a="http://schemas.openxmlformats.org/drawingml/2006/main">
            <a:r>
              <a:t>SHA256 e4a28a270c40023ae1df0c34515e377a3861a75504ab2f9310fab37de7a4a09a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github_worktrees/frequency-indexed-mlp-20260908/docs/research/frequency5to20_new23_cumulative63_20260908_v1/PUBLIC_RECEIPT.json</a:t>
            </a:r>
          </a:p>
          <a:p xmlns:a="http://schemas.openxmlformats.org/drawingml/2006/main">
            <a:r>
              <a:t>SHA256 d9c1004f3d853004dd4b4e8ede3992023c8e0cf9d48a379fdd3cbd404235cd8e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github_worktrees/frequency-indexed-mlp-20260908/docs/research/frequency5to20_new23_cumulative63_20260908_v1/PACKAGE_QA.json</a:t>
            </a:r>
          </a:p>
          <a:p xmlns:a="http://schemas.openxmlformats.org/drawingml/2006/main">
            <a:r>
              <a:t>SHA256 293fc5bc63290db517351dc43de22a942df8d7265623e7f5e7e8b8fc5f857593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github_worktrees/frequency-indexed-mlp-20260908/docs/research/frequency5to20_new23_cumulative63_20260908_v1/RELEASE_SHA256SUMS</a:t>
            </a:r>
          </a:p>
          <a:p xmlns:a="http://schemas.openxmlformats.org/drawingml/2006/main">
            <a:r>
              <a:t>SHA256 010025a12dae4d3708bab1e8b8bcd5b1d9e987df564797c75f64709841cb05b0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reports/frequency5to20_20260908T063800Z/milestone_new23_cumulative63_v1/numeric_qa_v1/attempt_v2/INDEPENDENT_NUMERICAL_QA_RECEIPT.json</a:t>
            </a:r>
          </a:p>
          <a:p xmlns:a="http://schemas.openxmlformats.org/drawingml/2006/main">
            <a:r>
              <a:t>SHA256 644730ae7c7dfd5a149971044facfde766773edba01723355674a414a8ae7a91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reports/frequency5to20_20260908T063800Z/milestone_new23_cumulative63_v1/numeric_qa_v1/attempt_v2/NEW23_FAILURE_ORIGINAL_FLAGS.json</a:t>
            </a:r>
          </a:p>
          <a:p xmlns:a="http://schemas.openxmlformats.org/drawingml/2006/main">
            <a:r>
              <a:t>SHA256 4fa7a53ae17c70343b7d63877dd980d6e57988070c26c1013daecd86ed0bdde7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d15e0f4b6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228c3c5ff04317" /><Relationship Type="http://schemas.openxmlformats.org/officeDocument/2006/relationships/slideLayout" Target="/ppt/slideLayouts/slideLayout1.xml" Id="R0090d9e7d8b7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0d9e7d8b7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c0b04b32e4ced" /><Relationship Type="http://schemas.openxmlformats.org/officeDocument/2006/relationships/notesSlide" Target="/ppt/notesSlides/notesSlide1.xml" Id="Rad8119ece45b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7b5e869b74638" /><Relationship Type="http://schemas.openxmlformats.org/officeDocument/2006/relationships/notesSlide" Target="/ppt/notesSlides/notesSlide2.xml" Id="R710d076b67ab45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abbd9e8f240a7" /><Relationship Type="http://schemas.openxmlformats.org/officeDocument/2006/relationships/chart" Target="/ppt/slides/charts/chart1.xml" Id="Ref5a4eeb80df4c59" /><Relationship Type="http://schemas.openxmlformats.org/officeDocument/2006/relationships/notesSlide" Target="/ppt/notesSlides/notesSlide3.xml" Id="Rb43e41153564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396e463994670" /><Relationship Type="http://schemas.openxmlformats.org/officeDocument/2006/relationships/chart" Target="/ppt/slides/charts/chart2.xml" Id="Rfe2ac8c74a1d4d5a" /><Relationship Type="http://schemas.openxmlformats.org/officeDocument/2006/relationships/chart" Target="/ppt/slides/charts/chart3.xml" Id="R175cff6d430249eb" /><Relationship Type="http://schemas.openxmlformats.org/officeDocument/2006/relationships/notesSlide" Target="/ppt/notesSlides/notesSlide4.xml" Id="Ra2df4a7564c344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910bea3fb47f1" /><Relationship Type="http://schemas.openxmlformats.org/officeDocument/2006/relationships/chart" Target="/ppt/slides/charts/chart4.xml" Id="R29afc8ab25db4eac" /><Relationship Type="http://schemas.openxmlformats.org/officeDocument/2006/relationships/chart" Target="/ppt/slides/charts/chart5.xml" Id="Rf7367aeef4b2414f" /><Relationship Type="http://schemas.openxmlformats.org/officeDocument/2006/relationships/notesSlide" Target="/ppt/notesSlides/notesSlide5.xml" Id="R53419fc42057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1e9f646eb460f" /><Relationship Type="http://schemas.openxmlformats.org/officeDocument/2006/relationships/chart" Target="/ppt/slides/charts/chart6.xml" Id="R4b396b958f8047e4" /><Relationship Type="http://schemas.openxmlformats.org/officeDocument/2006/relationships/notesSlide" Target="/ppt/notesSlides/notesSlide6.xml" Id="R03c68660936c4f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850a6c95841c7" /><Relationship Type="http://schemas.openxmlformats.org/officeDocument/2006/relationships/chart" Target="/ppt/slides/charts/chart7.xml" Id="R1544672cc94e4c52" /><Relationship Type="http://schemas.openxmlformats.org/officeDocument/2006/relationships/notesSlide" Target="/ppt/notesSlides/notesSlide7.xml" Id="R36d78ced5aa5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ff3907fd744a3" /><Relationship Type="http://schemas.openxmlformats.org/officeDocument/2006/relationships/chart" Target="/ppt/slides/charts/chart8.xml" Id="R5d57b891d23d4c1f" /><Relationship Type="http://schemas.openxmlformats.org/officeDocument/2006/relationships/notesSlide" Target="/ppt/notesSlides/notesSlide8.xml" Id="R931acf3d595d45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e2d9aae2f4e61" /><Relationship Type="http://schemas.openxmlformats.org/officeDocument/2006/relationships/chart" Target="/ppt/slides/charts/chart9.xml" Id="Rf761c98c2b1a41f0" /><Relationship Type="http://schemas.openxmlformats.org/officeDocument/2006/relationships/chart" Target="/ppt/slides/charts/chart10.xml" Id="Rb755cfdf393b4b7f" /><Relationship Type="http://schemas.openxmlformats.org/officeDocument/2006/relationships/notesSlide" Target="/ppt/notesSlides/notesSlide9.xml" Id="R05a8b642832946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6114438704c91" /><Relationship Type="http://schemas.openxmlformats.org/officeDocument/2006/relationships/notesSlide" Target="/ppt/notesSlides/notesSlide10.xml" Id="R51d9810d4b0645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严格标签下的实际样本数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gradient train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</c:formatCode>
                <c:ptCount val="16"/>
                <c:pt idx="0">
                  <c:v>6015</c:v>
                </c:pt>
                <c:pt idx="1">
                  <c:v>6015</c:v>
                </c:pt>
                <c:pt idx="2">
                  <c:v>6015</c:v>
                </c:pt>
                <c:pt idx="3">
                  <c:v>6014</c:v>
                </c:pt>
                <c:pt idx="4">
                  <c:v>5997</c:v>
                </c:pt>
                <c:pt idx="5">
                  <c:v>5933</c:v>
                </c:pt>
                <c:pt idx="6">
                  <c:v>5793</c:v>
                </c:pt>
                <c:pt idx="7">
                  <c:v>5486</c:v>
                </c:pt>
                <c:pt idx="8">
                  <c:v>4937</c:v>
                </c:pt>
                <c:pt idx="9">
                  <c:v>4107</c:v>
                </c:pt>
                <c:pt idx="10">
                  <c:v>3175</c:v>
                </c:pt>
                <c:pt idx="11">
                  <c:v>2225</c:v>
                </c:pt>
                <c:pt idx="12">
                  <c:v>1420</c:v>
                </c:pt>
                <c:pt idx="13">
                  <c:v>886</c:v>
                </c:pt>
                <c:pt idx="14">
                  <c:v>537</c:v>
                </c:pt>
                <c:pt idx="15">
                  <c:v>279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</c:formatCode>
                <c:ptCount val="16"/>
                <c:pt idx="0">
                  <c:v>2002</c:v>
                </c:pt>
                <c:pt idx="1">
                  <c:v>2002</c:v>
                </c:pt>
                <c:pt idx="2">
                  <c:v>2002</c:v>
                </c:pt>
                <c:pt idx="3">
                  <c:v>2001</c:v>
                </c:pt>
                <c:pt idx="4">
                  <c:v>1989</c:v>
                </c:pt>
                <c:pt idx="5">
                  <c:v>1965</c:v>
                </c:pt>
                <c:pt idx="6">
                  <c:v>1908</c:v>
                </c:pt>
                <c:pt idx="7">
                  <c:v>1800</c:v>
                </c:pt>
                <c:pt idx="8">
                  <c:v>1618</c:v>
                </c:pt>
                <c:pt idx="9">
                  <c:v>1341</c:v>
                </c:pt>
                <c:pt idx="10">
                  <c:v>1006</c:v>
                </c:pt>
                <c:pt idx="11">
                  <c:v>711</c:v>
                </c:pt>
                <c:pt idx="12">
                  <c:v>468</c:v>
                </c:pt>
                <c:pt idx="13">
                  <c:v>280</c:v>
                </c:pt>
                <c:pt idx="14">
                  <c:v>154</c:v>
                </c:pt>
                <c:pt idx="15">
                  <c:v>89</c:v>
                </c:pt>
              </c:numCache>
            </c:numRef>
          </c:val>
        </c:ser>
        <c:ser>
          <c:idx val="2"/>
          <c:order val="2"/>
          <c:tx>
            <c:v>test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Data'!$E$2:$E$17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Data'!$F$2:$F$17</c:f>
              <c:numCache>
                <c:formatCode>0</c:formatCode>
                <c:ptCount val="16"/>
                <c:pt idx="0">
                  <c:v>1983</c:v>
                </c:pt>
                <c:pt idx="1">
                  <c:v>1983</c:v>
                </c:pt>
                <c:pt idx="2">
                  <c:v>1983</c:v>
                </c:pt>
                <c:pt idx="3">
                  <c:v>1982</c:v>
                </c:pt>
                <c:pt idx="4">
                  <c:v>1974</c:v>
                </c:pt>
                <c:pt idx="5">
                  <c:v>1953</c:v>
                </c:pt>
                <c:pt idx="6">
                  <c:v>1905</c:v>
                </c:pt>
                <c:pt idx="7">
                  <c:v>1806</c:v>
                </c:pt>
                <c:pt idx="8">
                  <c:v>1624</c:v>
                </c:pt>
                <c:pt idx="9">
                  <c:v>1376</c:v>
                </c:pt>
                <c:pt idx="10">
                  <c:v>1046</c:v>
                </c:pt>
                <c:pt idx="11">
                  <c:v>722</c:v>
                </c:pt>
                <c:pt idx="12">
                  <c:v>455</c:v>
                </c:pt>
                <c:pt idx="13">
                  <c:v>296</c:v>
                </c:pt>
                <c:pt idx="14">
                  <c:v>179</c:v>
                </c:pt>
                <c:pt idx="15">
                  <c:v>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几何数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Lp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0.004929160605</c:v>
                </c:pt>
                <c:pt idx="1">
                  <c:v>0.005888667242</c:v>
                </c:pt>
                <c:pt idx="2">
                  <c:v>0.005742374723</c:v>
                </c:pt>
                <c:pt idx="3">
                  <c:v>0.006099196262</c:v>
                </c:pt>
                <c:pt idx="4">
                  <c:v>0.007455953368</c:v>
                </c:pt>
                <c:pt idx="5">
                  <c:v>0.007915253455</c:v>
                </c:pt>
                <c:pt idx="6">
                  <c:v>0.008184119997</c:v>
                </c:pt>
                <c:pt idx="7">
                  <c:v>0.008586638431</c:v>
                </c:pt>
                <c:pt idx="8">
                  <c:v>0.007406472895</c:v>
                </c:pt>
                <c:pt idx="9">
                  <c:v>0.007364215142</c:v>
                </c:pt>
                <c:pt idx="10">
                  <c:v>0.007439891262</c:v>
                </c:pt>
                <c:pt idx="11">
                  <c:v>0.00797953661</c:v>
                </c:pt>
                <c:pt idx="12">
                  <c:v>0.009276201839</c:v>
                </c:pt>
                <c:pt idx="13">
                  <c:v>0.01105663952</c:v>
                </c:pt>
                <c:pt idx="14">
                  <c:v>0.01362695489</c:v>
                </c:pt>
                <c:pt idx="15">
                  <c:v>0.01879764083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0.01246039253</c:v>
                </c:pt>
                <c:pt idx="1">
                  <c:v>0.01453316922</c:v>
                </c:pt>
                <c:pt idx="2">
                  <c:v>0.01415513604</c:v>
                </c:pt>
                <c:pt idx="3">
                  <c:v>0.01563372458</c:v>
                </c:pt>
                <c:pt idx="4">
                  <c:v>0.01898492596</c:v>
                </c:pt>
                <c:pt idx="5">
                  <c:v>0.02027937321</c:v>
                </c:pt>
                <c:pt idx="6">
                  <c:v>0.02122323535</c:v>
                </c:pt>
                <c:pt idx="7">
                  <c:v>0.02290199327</c:v>
                </c:pt>
                <c:pt idx="8">
                  <c:v>0.02000627823</c:v>
                </c:pt>
                <c:pt idx="9">
                  <c:v>0.01832706874</c:v>
                </c:pt>
                <c:pt idx="10">
                  <c:v>0.01899873857</c:v>
                </c:pt>
                <c:pt idx="11">
                  <c:v>0.0205949773</c:v>
                </c:pt>
                <c:pt idx="12">
                  <c:v>0.0248223182</c:v>
                </c:pt>
                <c:pt idx="13">
                  <c:v>0.02806247608</c:v>
                </c:pt>
                <c:pt idx="14">
                  <c:v>0.03596825097</c:v>
                </c:pt>
                <c:pt idx="15">
                  <c:v>0.04310848195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Ls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0.004950569447</c:v>
                </c:pt>
                <c:pt idx="1">
                  <c:v>0.005916164134</c:v>
                </c:pt>
                <c:pt idx="2">
                  <c:v>0.006709414342</c:v>
                </c:pt>
                <c:pt idx="3">
                  <c:v>0.007459806053</c:v>
                </c:pt>
                <c:pt idx="4">
                  <c:v>0.007150838066</c:v>
                </c:pt>
                <c:pt idx="5">
                  <c:v>0.008198602354</c:v>
                </c:pt>
                <c:pt idx="6">
                  <c:v>0.0083179525</c:v>
                </c:pt>
                <c:pt idx="7">
                  <c:v>0.008151478091</c:v>
                </c:pt>
                <c:pt idx="8">
                  <c:v>0.007473547753</c:v>
                </c:pt>
                <c:pt idx="9">
                  <c:v>0.007250542549</c:v>
                </c:pt>
                <c:pt idx="10">
                  <c:v>0.009066370074</c:v>
                </c:pt>
                <c:pt idx="11">
                  <c:v>0.009492333885</c:v>
                </c:pt>
                <c:pt idx="12">
                  <c:v>0.009129307823</c:v>
                </c:pt>
                <c:pt idx="13">
                  <c:v>0.01075985423</c:v>
                </c:pt>
                <c:pt idx="14">
                  <c:v>0.01280621587</c:v>
                </c:pt>
                <c:pt idx="15">
                  <c:v>0.01354196798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0.01247735346</c:v>
                </c:pt>
                <c:pt idx="1">
                  <c:v>0.01515752612</c:v>
                </c:pt>
                <c:pt idx="2">
                  <c:v>0.01679135714</c:v>
                </c:pt>
                <c:pt idx="3">
                  <c:v>0.01888795117</c:v>
                </c:pt>
                <c:pt idx="4">
                  <c:v>0.01953722608</c:v>
                </c:pt>
                <c:pt idx="5">
                  <c:v>0.02082033418</c:v>
                </c:pt>
                <c:pt idx="6">
                  <c:v>0.02201788435</c:v>
                </c:pt>
                <c:pt idx="7">
                  <c:v>0.02219961987</c:v>
                </c:pt>
                <c:pt idx="8">
                  <c:v>0.01996861623</c:v>
                </c:pt>
                <c:pt idx="9">
                  <c:v>0.01926793971</c:v>
                </c:pt>
                <c:pt idx="10">
                  <c:v>0.0220814846</c:v>
                </c:pt>
                <c:pt idx="11">
                  <c:v>0.0249477634</c:v>
                </c:pt>
                <c:pt idx="12">
                  <c:v>0.02350824047</c:v>
                </c:pt>
                <c:pt idx="13">
                  <c:v>0.02968894571</c:v>
                </c:pt>
                <c:pt idx="14">
                  <c:v>0.03666363674</c:v>
                </c:pt>
                <c:pt idx="15">
                  <c:v>0.03598987162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Qmin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0.08183545164</c:v>
                </c:pt>
                <c:pt idx="1">
                  <c:v>0.09199562176</c:v>
                </c:pt>
                <c:pt idx="2">
                  <c:v>0.1037479392</c:v>
                </c:pt>
                <c:pt idx="3">
                  <c:v>0.1235504168</c:v>
                </c:pt>
                <c:pt idx="4">
                  <c:v>0.1375064109</c:v>
                </c:pt>
                <c:pt idx="5">
                  <c:v>0.1461839846</c:v>
                </c:pt>
                <c:pt idx="6">
                  <c:v>0.1492036034</c:v>
                </c:pt>
                <c:pt idx="7">
                  <c:v>0.1448549195</c:v>
                </c:pt>
                <c:pt idx="8">
                  <c:v>0.143429731</c:v>
                </c:pt>
                <c:pt idx="9">
                  <c:v>0.1481451733</c:v>
                </c:pt>
                <c:pt idx="10">
                  <c:v>0.162300497</c:v>
                </c:pt>
                <c:pt idx="11">
                  <c:v>0.1859204317</c:v>
                </c:pt>
                <c:pt idx="12">
                  <c:v>0.2142829918</c:v>
                </c:pt>
                <c:pt idx="13">
                  <c:v>0.2749003355</c:v>
                </c:pt>
                <c:pt idx="14">
                  <c:v>0.3442858152</c:v>
                </c:pt>
                <c:pt idx="15">
                  <c:v>0.3928484166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0.2156462314</c:v>
                </c:pt>
                <c:pt idx="1">
                  <c:v>0.2335245731</c:v>
                </c:pt>
                <c:pt idx="2">
                  <c:v>0.2722166444</c:v>
                </c:pt>
                <c:pt idx="3">
                  <c:v>0.3111115256</c:v>
                </c:pt>
                <c:pt idx="4">
                  <c:v>0.3501611482</c:v>
                </c:pt>
                <c:pt idx="5">
                  <c:v>0.3857401253</c:v>
                </c:pt>
                <c:pt idx="6">
                  <c:v>0.3912662252</c:v>
                </c:pt>
                <c:pt idx="7">
                  <c:v>0.3864560924</c:v>
                </c:pt>
                <c:pt idx="8">
                  <c:v>0.3821938435</c:v>
                </c:pt>
                <c:pt idx="9">
                  <c:v>0.3986423348</c:v>
                </c:pt>
                <c:pt idx="10">
                  <c:v>0.4750670513</c:v>
                </c:pt>
                <c:pt idx="11">
                  <c:v>0.5317489449</c:v>
                </c:pt>
                <c:pt idx="12">
                  <c:v>0.5900573778</c:v>
                </c:pt>
                <c:pt idx="13">
                  <c:v>0.780670137</c:v>
                </c:pt>
                <c:pt idx="14">
                  <c:v>0.9490801691</c:v>
                </c:pt>
                <c:pt idx="15">
                  <c:v>1.127219442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|k|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0.000</c:formatCode>
                <c:ptCount val="16"/>
                <c:pt idx="0">
                  <c:v>0.005468598536</c:v>
                </c:pt>
                <c:pt idx="1">
                  <c:v>0.005743605851</c:v>
                </c:pt>
                <c:pt idx="2">
                  <c:v>0.005936727738</c:v>
                </c:pt>
                <c:pt idx="3">
                  <c:v>0.005952816734</c:v>
                </c:pt>
                <c:pt idx="4">
                  <c:v>0.006463678502</c:v>
                </c:pt>
                <c:pt idx="5">
                  <c:v>0.006181468185</c:v>
                </c:pt>
                <c:pt idx="6">
                  <c:v>0.00645634926</c:v>
                </c:pt>
                <c:pt idx="7">
                  <c:v>0.006047433124</c:v>
                </c:pt>
                <c:pt idx="8">
                  <c:v>0.006481958721</c:v>
                </c:pt>
                <c:pt idx="9">
                  <c:v>0.006442047234</c:v>
                </c:pt>
                <c:pt idx="10">
                  <c:v>0.007293296119</c:v>
                </c:pt>
                <c:pt idx="11">
                  <c:v>0.007941538608</c:v>
                </c:pt>
                <c:pt idx="12">
                  <c:v>0.01071277291</c:v>
                </c:pt>
                <c:pt idx="13">
                  <c:v>0.01700212085</c:v>
                </c:pt>
                <c:pt idx="14">
                  <c:v>0.02595256396</c:v>
                </c:pt>
                <c:pt idx="15">
                  <c:v>0.03141697601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0.000</c:formatCode>
                <c:ptCount val="16"/>
                <c:pt idx="0">
                  <c:v>0.01551919504</c:v>
                </c:pt>
                <c:pt idx="1">
                  <c:v>0.01636290905</c:v>
                </c:pt>
                <c:pt idx="2">
                  <c:v>0.01739792597</c:v>
                </c:pt>
                <c:pt idx="3">
                  <c:v>0.01726125933</c:v>
                </c:pt>
                <c:pt idx="4">
                  <c:v>0.01853570856</c:v>
                </c:pt>
                <c:pt idx="5">
                  <c:v>0.01823026991</c:v>
                </c:pt>
                <c:pt idx="6">
                  <c:v>0.01907463711</c:v>
                </c:pt>
                <c:pt idx="7">
                  <c:v>0.01783308305</c:v>
                </c:pt>
                <c:pt idx="8">
                  <c:v>0.01914204381</c:v>
                </c:pt>
                <c:pt idx="9">
                  <c:v>0.01900023112</c:v>
                </c:pt>
                <c:pt idx="10">
                  <c:v>0.02062884679</c:v>
                </c:pt>
                <c:pt idx="11">
                  <c:v>0.02330150241</c:v>
                </c:pt>
                <c:pt idx="12">
                  <c:v>0.03099949894</c:v>
                </c:pt>
                <c:pt idx="13">
                  <c:v>0.04727455684</c:v>
                </c:pt>
                <c:pt idx="14">
                  <c:v>0.07443663241</c:v>
                </c:pt>
                <c:pt idx="15">
                  <c:v>0.09862273982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网格代理响应与解析联合通过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响应命中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0.8844</c:v>
                </c:pt>
                <c:pt idx="4">
                  <c:v>0.8901</c:v>
                </c:pt>
                <c:pt idx="5">
                  <c:v>0.894</c:v>
                </c:pt>
                <c:pt idx="6">
                  <c:v>0.8951</c:v>
                </c:pt>
                <c:pt idx="7">
                  <c:v>0.9093</c:v>
                </c:pt>
                <c:pt idx="8">
                  <c:v>0.9267</c:v>
                </c:pt>
                <c:pt idx="9">
                  <c:v>0.9419</c:v>
                </c:pt>
                <c:pt idx="10">
                  <c:v>0.951</c:v>
                </c:pt>
                <c:pt idx="11">
                  <c:v>0.9564</c:v>
                </c:pt>
                <c:pt idx="12">
                  <c:v>0.9832</c:v>
                </c:pt>
                <c:pt idx="13">
                  <c:v>0.987</c:v>
                </c:pt>
                <c:pt idx="14">
                  <c:v>0.951</c:v>
                </c:pt>
                <c:pt idx="15">
                  <c:v>0.951</c:v>
                </c:pt>
              </c:numCache>
            </c:numRef>
          </c:val>
        </c:ser>
        <c:ser>
          <c:idx val="1"/>
          <c:order val="1"/>
          <c:tx>
            <c:v>响应且解析通过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0.7498</c:v>
                </c:pt>
                <c:pt idx="4">
                  <c:v>0.8901</c:v>
                </c:pt>
                <c:pt idx="5">
                  <c:v>0.7936</c:v>
                </c:pt>
                <c:pt idx="6">
                  <c:v>0.8951</c:v>
                </c:pt>
                <c:pt idx="7">
                  <c:v>0.8217</c:v>
                </c:pt>
                <c:pt idx="8">
                  <c:v>0.8973</c:v>
                </c:pt>
                <c:pt idx="9">
                  <c:v>0.9379</c:v>
                </c:pt>
                <c:pt idx="10">
                  <c:v>0.9307</c:v>
                </c:pt>
                <c:pt idx="11">
                  <c:v>0.9507</c:v>
                </c:pt>
                <c:pt idx="12">
                  <c:v>0.9581</c:v>
                </c:pt>
                <c:pt idx="13">
                  <c:v>0.8965</c:v>
                </c:pt>
                <c:pt idx="14">
                  <c:v>0.8983</c:v>
                </c:pt>
                <c:pt idx="15">
                  <c:v>0.937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原请求比例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逐频率已完成的独立求解数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strict有效</c:v>
          </c:tx>
          <c:spPr>
            <a:solidFill xmlns:a="http://schemas.openxmlformats.org/drawingml/2006/main">
              <a:srgbClr val="059D80"/>
            </a:solidFill>
          </c:spPr>
          <c:cat>
            <c:strRef>
              <c:f>'Chart Data'!$A$2:$A$17</c:f>
              <c:strCach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15*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strCache>
            </c:strRef>
          </c:cat>
          <c:val>
            <c:numRef>
              <c:f>'Chart Data'!$B$2:$B$17</c:f>
              <c:numCache>
                <c:formatCode>0</c:formatCode>
                <c:ptCount val="16"/>
                <c:pt idx="0">
                  <c:v>34</c:v>
                </c:pt>
                <c:pt idx="1">
                  <c:v>35</c:v>
                </c:pt>
                <c:pt idx="2">
                  <c:v>35</c:v>
                </c:pt>
                <c:pt idx="3">
                  <c:v>31</c:v>
                </c:pt>
                <c:pt idx="4">
                  <c:v>39</c:v>
                </c:pt>
                <c:pt idx="5">
                  <c:v>38</c:v>
                </c:pt>
                <c:pt idx="6">
                  <c:v>37</c:v>
                </c:pt>
                <c:pt idx="7">
                  <c:v>39</c:v>
                </c:pt>
                <c:pt idx="8">
                  <c:v>34</c:v>
                </c:pt>
                <c:pt idx="9">
                  <c:v>42</c:v>
                </c:pt>
                <c:pt idx="10">
                  <c:v>32</c:v>
                </c:pt>
                <c:pt idx="11">
                  <c:v>29</c:v>
                </c:pt>
                <c:pt idx="12">
                  <c:v>27</c:v>
                </c:pt>
                <c:pt idx="13">
                  <c:v>33</c:v>
                </c:pt>
                <c:pt idx="14">
                  <c:v>19</c:v>
                </c:pt>
                <c:pt idx="15">
                  <c:v>29</c:v>
                </c:pt>
              </c:numCache>
            </c:numRef>
          </c:val>
        </c:ser>
        <c:ser>
          <c:idx val="1"/>
          <c:order val="1"/>
          <c:tx>
            <c:v>strict无效</c:v>
          </c:tx>
          <c:spPr>
            <a:solidFill xmlns:a="http://schemas.openxmlformats.org/drawingml/2006/main">
              <a:srgbClr val="EE7015"/>
            </a:solidFill>
          </c:spPr>
          <c:cat>
            <c:strRef>
              <c:f>'Chart Data'!$C$2:$C$17</c:f>
              <c:strCach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15*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strCache>
            </c:strRef>
          </c:cat>
          <c:val>
            <c:numRef>
              <c:f>'Chart Data'!$D$2:$D$17</c:f>
              <c:numCache>
                <c:formatCode>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求解数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有限描述值对原目标的绝对百分比误差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绝对百分比误差</c:v>
          </c:tx>
          <c:spPr>
            <a:solidFill xmlns:a="http://schemas.openxmlformats.org/drawingml/2006/main">
              <a:srgbClr val="EE7015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2.50%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2.52%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2.70%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15.46%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Lp</c:v>
                </c:pt>
                <c:pt idx="1">
                  <c:v>Ls</c:v>
                </c:pt>
                <c:pt idx="2">
                  <c:v>Qmin</c:v>
                </c:pt>
                <c:pt idx="3">
                  <c:v>|k|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2.5042924</c:v>
                </c:pt>
                <c:pt idx="1">
                  <c:v>2.522167045</c:v>
                </c:pt>
                <c:pt idx="2">
                  <c:v>2.696393409</c:v>
                </c:pt>
                <c:pt idx="3">
                  <c:v>15.46116405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四物理指标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误差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正向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1877D2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0.000770107528</c:v>
                </c:pt>
                <c:pt idx="1">
                  <c:v>-0.3599863126</c:v>
                </c:pt>
                <c:pt idx="2">
                  <c:v>-0.4733423088</c:v>
                </c:pt>
                <c:pt idx="3">
                  <c:v>-0.519330289</c:v>
                </c:pt>
                <c:pt idx="4">
                  <c:v>-0.5465590608</c:v>
                </c:pt>
                <c:pt idx="5">
                  <c:v>-0.5751071066</c:v>
                </c:pt>
                <c:pt idx="6">
                  <c:v>-0.6211912079</c:v>
                </c:pt>
                <c:pt idx="7">
                  <c:v>-0.6333053789</c:v>
                </c:pt>
                <c:pt idx="8">
                  <c:v>-0.654590867</c:v>
                </c:pt>
                <c:pt idx="9">
                  <c:v>-0.6627761639</c:v>
                </c:pt>
                <c:pt idx="10">
                  <c:v>-0.675193153</c:v>
                </c:pt>
                <c:pt idx="11">
                  <c:v>-0.6824831895</c:v>
                </c:pt>
                <c:pt idx="12">
                  <c:v>-0.6949130073</c:v>
                </c:pt>
                <c:pt idx="13">
                  <c:v>-0.6956347087</c:v>
                </c:pt>
                <c:pt idx="14">
                  <c:v>-0.6927522355</c:v>
                </c:pt>
                <c:pt idx="15">
                  <c:v>-0.71402392</c:v>
                </c:pt>
                <c:pt idx="16">
                  <c:v>-0.7209098474</c:v>
                </c:pt>
                <c:pt idx="17">
                  <c:v>-0.7307108749</c:v>
                </c:pt>
                <c:pt idx="18">
                  <c:v>-0.7334553096</c:v>
                </c:pt>
                <c:pt idx="19">
                  <c:v>-0.7486859761</c:v>
                </c:pt>
                <c:pt idx="20">
                  <c:v>-0.7669662341</c:v>
                </c:pt>
                <c:pt idx="21">
                  <c:v>-0.7722151091</c:v>
                </c:pt>
                <c:pt idx="22">
                  <c:v>-0.7691817599</c:v>
                </c:pt>
                <c:pt idx="23">
                  <c:v>-0.7767748798</c:v>
                </c:pt>
                <c:pt idx="24">
                  <c:v>-0.7997198944</c:v>
                </c:pt>
                <c:pt idx="25">
                  <c:v>-0.8052815139</c:v>
                </c:pt>
                <c:pt idx="26">
                  <c:v>-0.822865381</c:v>
                </c:pt>
                <c:pt idx="27">
                  <c:v>-0.8371392758</c:v>
                </c:pt>
                <c:pt idx="28">
                  <c:v>-0.8580100682</c:v>
                </c:pt>
                <c:pt idx="29">
                  <c:v>-0.8730063133</c:v>
                </c:pt>
                <c:pt idx="30">
                  <c:v>-0.8787534603</c:v>
                </c:pt>
                <c:pt idx="31">
                  <c:v>-0.8741119781</c:v>
                </c:pt>
                <c:pt idx="32">
                  <c:v>-0.9030502499</c:v>
                </c:pt>
                <c:pt idx="33">
                  <c:v>-0.9168495454</c:v>
                </c:pt>
                <c:pt idx="34">
                  <c:v>-0.918006305</c:v>
                </c:pt>
                <c:pt idx="35">
                  <c:v>-0.9251744204</c:v>
                </c:pt>
                <c:pt idx="36">
                  <c:v>-0.9262520603</c:v>
                </c:pt>
                <c:pt idx="37">
                  <c:v>-0.9439718007</c:v>
                </c:pt>
                <c:pt idx="38">
                  <c:v>-0.9455470254</c:v>
                </c:pt>
                <c:pt idx="39">
                  <c:v>-0.9504500726</c:v>
                </c:pt>
                <c:pt idx="40">
                  <c:v>-0.9493968852</c:v>
                </c:pt>
                <c:pt idx="41">
                  <c:v>-0.9413627973</c:v>
                </c:pt>
                <c:pt idx="42">
                  <c:v>-0.9598415091</c:v>
                </c:pt>
                <c:pt idx="43">
                  <c:v>-0.9427789369</c:v>
                </c:pt>
                <c:pt idx="44">
                  <c:v>-0.9507622373</c:v>
                </c:pt>
                <c:pt idx="45">
                  <c:v>-0.9836474503</c:v>
                </c:pt>
                <c:pt idx="46">
                  <c:v>-0.9804445047</c:v>
                </c:pt>
                <c:pt idx="47">
                  <c:v>-0.9807231631</c:v>
                </c:pt>
                <c:pt idx="48">
                  <c:v>-0.9907769343</c:v>
                </c:pt>
                <c:pt idx="49">
                  <c:v>-0.9963986406</c:v>
                </c:pt>
                <c:pt idx="50">
                  <c:v>-1.000276872</c:v>
                </c:pt>
                <c:pt idx="51">
                  <c:v>-1.000455768</c:v>
                </c:pt>
                <c:pt idx="52">
                  <c:v>-0.9944271789</c:v>
                </c:pt>
                <c:pt idx="53">
                  <c:v>-1.013916861</c:v>
                </c:pt>
                <c:pt idx="54">
                  <c:v>-1.006460014</c:v>
                </c:pt>
                <c:pt idx="55">
                  <c:v>-1.021291688</c:v>
                </c:pt>
                <c:pt idx="56">
                  <c:v>-1.029515517</c:v>
                </c:pt>
                <c:pt idx="57">
                  <c:v>-0.9943229149</c:v>
                </c:pt>
                <c:pt idx="58">
                  <c:v>-1.021352479</c:v>
                </c:pt>
                <c:pt idx="59">
                  <c:v>-1.017530901</c:v>
                </c:pt>
                <c:pt idx="60">
                  <c:v>-1.025919437</c:v>
                </c:pt>
                <c:pt idx="61">
                  <c:v>-1.021961376</c:v>
                </c:pt>
                <c:pt idx="62">
                  <c:v>-1.028770297</c:v>
                </c:pt>
                <c:pt idx="63">
                  <c:v>-1.019031474</c:v>
                </c:pt>
                <c:pt idx="64">
                  <c:v>-1.030917222</c:v>
                </c:pt>
                <c:pt idx="65">
                  <c:v>-1.020339281</c:v>
                </c:pt>
                <c:pt idx="66">
                  <c:v>-1.049000417</c:v>
                </c:pt>
                <c:pt idx="67">
                  <c:v>-1.042658611</c:v>
                </c:pt>
                <c:pt idx="68">
                  <c:v>-1.034530663</c:v>
                </c:pt>
                <c:pt idx="69">
                  <c:v>-1.038849721</c:v>
                </c:pt>
                <c:pt idx="70">
                  <c:v>-1.042261</c:v>
                </c:pt>
                <c:pt idx="71">
                  <c:v>-1.049881954</c:v>
                </c:pt>
                <c:pt idx="72">
                  <c:v>-1.039418852</c:v>
                </c:pt>
                <c:pt idx="73">
                  <c:v>-1.055833956</c:v>
                </c:pt>
                <c:pt idx="74">
                  <c:v>-1.054323803</c:v>
                </c:pt>
                <c:pt idx="75">
                  <c:v>-1.048887485</c:v>
                </c:pt>
                <c:pt idx="76">
                  <c:v>-1.038660925</c:v>
                </c:pt>
                <c:pt idx="77">
                  <c:v>-1.047012232</c:v>
                </c:pt>
                <c:pt idx="78">
                  <c:v>-1.035901167</c:v>
                </c:pt>
                <c:pt idx="79">
                  <c:v>-1.047385665</c:v>
                </c:pt>
                <c:pt idx="80">
                  <c:v>-1.046471819</c:v>
                </c:pt>
                <c:pt idx="81">
                  <c:v>-1.061132359</c:v>
                </c:pt>
                <c:pt idx="82">
                  <c:v>-1.076290149</c:v>
                </c:pt>
                <c:pt idx="83">
                  <c:v>-1.063869413</c:v>
                </c:pt>
                <c:pt idx="84">
                  <c:v>-1.047535977</c:v>
                </c:pt>
                <c:pt idx="85">
                  <c:v>-1.072518697</c:v>
                </c:pt>
                <c:pt idx="86">
                  <c:v>-1.05727645</c:v>
                </c:pt>
                <c:pt idx="87">
                  <c:v>-1.063129445</c:v>
                </c:pt>
                <c:pt idx="88">
                  <c:v>-1.070186899</c:v>
                </c:pt>
                <c:pt idx="89">
                  <c:v>-1.062617992</c:v>
                </c:pt>
                <c:pt idx="90">
                  <c:v>-1.076190858</c:v>
                </c:pt>
                <c:pt idx="91">
                  <c:v>-1.074487381</c:v>
                </c:pt>
                <c:pt idx="92">
                  <c:v>-1.060345439</c:v>
                </c:pt>
                <c:pt idx="93">
                  <c:v>-1.068311496</c:v>
                </c:pt>
                <c:pt idx="94">
                  <c:v>-1.078477984</c:v>
                </c:pt>
                <c:pt idx="95">
                  <c:v>-1.085666005</c:v>
                </c:pt>
                <c:pt idx="96">
                  <c:v>-1.075665611</c:v>
                </c:pt>
                <c:pt idx="97">
                  <c:v>-1.090875606</c:v>
                </c:pt>
                <c:pt idx="98">
                  <c:v>-1.077253957</c:v>
                </c:pt>
                <c:pt idx="99">
                  <c:v>-1.0778734</c:v>
                </c:pt>
                <c:pt idx="100">
                  <c:v>-1.0786217</c:v>
                </c:pt>
                <c:pt idx="101">
                  <c:v>-1.084812485</c:v>
                </c:pt>
                <c:pt idx="102">
                  <c:v>-1.070777548</c:v>
                </c:pt>
                <c:pt idx="103">
                  <c:v>-1.077721478</c:v>
                </c:pt>
                <c:pt idx="104">
                  <c:v>-1.08094593</c:v>
                </c:pt>
                <c:pt idx="105">
                  <c:v>-1.087343923</c:v>
                </c:pt>
                <c:pt idx="106">
                  <c:v>-1.077130383</c:v>
                </c:pt>
                <c:pt idx="107">
                  <c:v>-1.083503696</c:v>
                </c:pt>
                <c:pt idx="108">
                  <c:v>-1.08556757</c:v>
                </c:pt>
                <c:pt idx="109">
                  <c:v>-1.082119762</c:v>
                </c:pt>
                <c:pt idx="110">
                  <c:v>-1.093152091</c:v>
                </c:pt>
                <c:pt idx="111">
                  <c:v>-1.080131538</c:v>
                </c:pt>
                <c:pt idx="112">
                  <c:v>-1.095305657</c:v>
                </c:pt>
                <c:pt idx="113">
                  <c:v>-1.084260667</c:v>
                </c:pt>
                <c:pt idx="114">
                  <c:v>-1.069711439</c:v>
                </c:pt>
                <c:pt idx="115">
                  <c:v>-1.085743817</c:v>
                </c:pt>
                <c:pt idx="116">
                  <c:v>-1.098827993</c:v>
                </c:pt>
                <c:pt idx="117">
                  <c:v>-1.096565113</c:v>
                </c:pt>
                <c:pt idx="118">
                  <c:v>-1.100640892</c:v>
                </c:pt>
                <c:pt idx="119">
                  <c:v>-1.099523116</c:v>
                </c:pt>
                <c:pt idx="120">
                  <c:v>-1.098697594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反向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059D80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0.3686880992</c:v>
                </c:pt>
                <c:pt idx="1">
                  <c:v>-0.01719865478</c:v>
                </c:pt>
                <c:pt idx="2">
                  <c:v>-0.06295495374</c:v>
                </c:pt>
                <c:pt idx="3">
                  <c:v>-0.06234356879</c:v>
                </c:pt>
                <c:pt idx="4">
                  <c:v>-0.0786458712</c:v>
                </c:pt>
                <c:pt idx="5">
                  <c:v>-0.07580863997</c:v>
                </c:pt>
                <c:pt idx="6">
                  <c:v>-0.08585868715</c:v>
                </c:pt>
                <c:pt idx="7">
                  <c:v>-0.6615856892</c:v>
                </c:pt>
                <c:pt idx="8">
                  <c:v>-0.7428693641</c:v>
                </c:pt>
                <c:pt idx="9">
                  <c:v>-0.8688324336</c:v>
                </c:pt>
                <c:pt idx="10">
                  <c:v>-0.9005086079</c:v>
                </c:pt>
                <c:pt idx="11">
                  <c:v>-0.9151323821</c:v>
                </c:pt>
                <c:pt idx="12">
                  <c:v>-0.9419765996</c:v>
                </c:pt>
                <c:pt idx="13">
                  <c:v>-0.9825743454</c:v>
                </c:pt>
                <c:pt idx="14">
                  <c:v>-1.005418692</c:v>
                </c:pt>
                <c:pt idx="15">
                  <c:v>-1.024789108</c:v>
                </c:pt>
                <c:pt idx="16">
                  <c:v>-1.015775257</c:v>
                </c:pt>
                <c:pt idx="17">
                  <c:v>-1.039724219</c:v>
                </c:pt>
                <c:pt idx="18">
                  <c:v>-1.052174839</c:v>
                </c:pt>
                <c:pt idx="19">
                  <c:v>-1.060255046</c:v>
                </c:pt>
                <c:pt idx="20">
                  <c:v>-1.06373576</c:v>
                </c:pt>
                <c:pt idx="21">
                  <c:v>-1.051356784</c:v>
                </c:pt>
                <c:pt idx="22">
                  <c:v>-1.123070938</c:v>
                </c:pt>
                <c:pt idx="23">
                  <c:v>-1.126256604</c:v>
                </c:pt>
                <c:pt idx="24">
                  <c:v>-1.128380182</c:v>
                </c:pt>
                <c:pt idx="25">
                  <c:v>-1.140921683</c:v>
                </c:pt>
                <c:pt idx="26">
                  <c:v>-1.144569276</c:v>
                </c:pt>
                <c:pt idx="27">
                  <c:v>-1.162371703</c:v>
                </c:pt>
                <c:pt idx="28">
                  <c:v>-1.168687971</c:v>
                </c:pt>
                <c:pt idx="29">
                  <c:v>-1.160280132</c:v>
                </c:pt>
                <c:pt idx="30">
                  <c:v>-1.155018353</c:v>
                </c:pt>
                <c:pt idx="31">
                  <c:v>-1.141296701</c:v>
                </c:pt>
                <c:pt idx="32">
                  <c:v>-1.084931825</c:v>
                </c:pt>
                <c:pt idx="33">
                  <c:v>-1.171420332</c:v>
                </c:pt>
                <c:pt idx="34">
                  <c:v>-1.20076152</c:v>
                </c:pt>
                <c:pt idx="35">
                  <c:v>-1.151702085</c:v>
                </c:pt>
                <c:pt idx="36">
                  <c:v>-1.203238063</c:v>
                </c:pt>
                <c:pt idx="37">
                  <c:v>-1.238153175</c:v>
                </c:pt>
                <c:pt idx="38">
                  <c:v>-1.197510835</c:v>
                </c:pt>
                <c:pt idx="39">
                  <c:v>-1.226796531</c:v>
                </c:pt>
                <c:pt idx="40">
                  <c:v>-1.209599906</c:v>
                </c:pt>
                <c:pt idx="41">
                  <c:v>-1.227207901</c:v>
                </c:pt>
                <c:pt idx="42">
                  <c:v>-1.204443225</c:v>
                </c:pt>
                <c:pt idx="43">
                  <c:v>-1.229524824</c:v>
                </c:pt>
                <c:pt idx="44">
                  <c:v>-1.18208408</c:v>
                </c:pt>
                <c:pt idx="45">
                  <c:v>-1.216316426</c:v>
                </c:pt>
                <c:pt idx="46">
                  <c:v>-1.214677169</c:v>
                </c:pt>
                <c:pt idx="47">
                  <c:v>-1.218570745</c:v>
                </c:pt>
                <c:pt idx="48">
                  <c:v>-1.23541481</c:v>
                </c:pt>
                <c:pt idx="49">
                  <c:v>-1.23093108</c:v>
                </c:pt>
                <c:pt idx="50">
                  <c:v>-1.259539154</c:v>
                </c:pt>
                <c:pt idx="51">
                  <c:v>-1.228562419</c:v>
                </c:pt>
                <c:pt idx="52">
                  <c:v>-1.240660679</c:v>
                </c:pt>
                <c:pt idx="53">
                  <c:v>-1.261324176</c:v>
                </c:pt>
                <c:pt idx="54">
                  <c:v>-1.262568184</c:v>
                </c:pt>
                <c:pt idx="55">
                  <c:v>-1.264931233</c:v>
                </c:pt>
                <c:pt idx="56">
                  <c:v>-1.258899216</c:v>
                </c:pt>
                <c:pt idx="57">
                  <c:v>-1.26549557</c:v>
                </c:pt>
                <c:pt idx="58">
                  <c:v>-1.28111218</c:v>
                </c:pt>
                <c:pt idx="59">
                  <c:v>-1.258144343</c:v>
                </c:pt>
                <c:pt idx="60">
                  <c:v>-1.294805899</c:v>
                </c:pt>
                <c:pt idx="61">
                  <c:v>-1.255284075</c:v>
                </c:pt>
                <c:pt idx="62">
                  <c:v>-1.213020949</c:v>
                </c:pt>
                <c:pt idx="63">
                  <c:v>-1.297319599</c:v>
                </c:pt>
                <c:pt idx="64">
                  <c:v>-1.300038111</c:v>
                </c:pt>
                <c:pt idx="65">
                  <c:v>-1.320048416</c:v>
                </c:pt>
                <c:pt idx="66">
                  <c:v>-1.277945911</c:v>
                </c:pt>
                <c:pt idx="67">
                  <c:v>-1.253784482</c:v>
                </c:pt>
                <c:pt idx="68">
                  <c:v>-1.319950048</c:v>
                </c:pt>
                <c:pt idx="69">
                  <c:v>-1.336891608</c:v>
                </c:pt>
                <c:pt idx="70">
                  <c:v>-1.308023607</c:v>
                </c:pt>
                <c:pt idx="71">
                  <c:v>-1.325622508</c:v>
                </c:pt>
                <c:pt idx="72">
                  <c:v>-1.308000207</c:v>
                </c:pt>
                <c:pt idx="73">
                  <c:v>-1.313180521</c:v>
                </c:pt>
                <c:pt idx="74">
                  <c:v>-1.298387658</c:v>
                </c:pt>
                <c:pt idx="75">
                  <c:v>-1.34295249</c:v>
                </c:pt>
                <c:pt idx="76">
                  <c:v>-1.295752369</c:v>
                </c:pt>
                <c:pt idx="77">
                  <c:v>-1.316824941</c:v>
                </c:pt>
                <c:pt idx="78">
                  <c:v>-1.34674219</c:v>
                </c:pt>
                <c:pt idx="79">
                  <c:v>-1.347024438</c:v>
                </c:pt>
                <c:pt idx="80">
                  <c:v>-1.34254318</c:v>
                </c:pt>
                <c:pt idx="81">
                  <c:v>-1.341440634</c:v>
                </c:pt>
                <c:pt idx="82">
                  <c:v>-1.348688047</c:v>
                </c:pt>
                <c:pt idx="83">
                  <c:v>-1.35522078</c:v>
                </c:pt>
                <c:pt idx="84">
                  <c:v>-1.340991852</c:v>
                </c:pt>
                <c:pt idx="85">
                  <c:v>-1.344565391</c:v>
                </c:pt>
                <c:pt idx="86">
                  <c:v>-1.300736408</c:v>
                </c:pt>
                <c:pt idx="87">
                  <c:v>-1.342274307</c:v>
                </c:pt>
                <c:pt idx="88">
                  <c:v>-1.306659878</c:v>
                </c:pt>
                <c:pt idx="89">
                  <c:v>-1.343194826</c:v>
                </c:pt>
                <c:pt idx="90">
                  <c:v>-1.343254724</c:v>
                </c:pt>
                <c:pt idx="91">
                  <c:v>-1.341459843</c:v>
                </c:pt>
                <c:pt idx="92">
                  <c:v>-1.341745714</c:v>
                </c:pt>
                <c:pt idx="93">
                  <c:v>-1.331047843</c:v>
                </c:pt>
                <c:pt idx="94">
                  <c:v>-1.289870333</c:v>
                </c:pt>
                <c:pt idx="95">
                  <c:v>-1.320410521</c:v>
                </c:pt>
                <c:pt idx="96">
                  <c:v>-1.330207319</c:v>
                </c:pt>
                <c:pt idx="97">
                  <c:v>-1.34895099</c:v>
                </c:pt>
                <c:pt idx="98">
                  <c:v>-1.354102963</c:v>
                </c:pt>
                <c:pt idx="99">
                  <c:v>-1.359461563</c:v>
                </c:pt>
                <c:pt idx="100">
                  <c:v>-1.339991107</c:v>
                </c:pt>
                <c:pt idx="101">
                  <c:v>-1.365134559</c:v>
                </c:pt>
                <c:pt idx="102">
                  <c:v>-1.350499717</c:v>
                </c:pt>
                <c:pt idx="103">
                  <c:v>-1.346771597</c:v>
                </c:pt>
                <c:pt idx="104">
                  <c:v>-1.330102923</c:v>
                </c:pt>
                <c:pt idx="105">
                  <c:v>-1.351875296</c:v>
                </c:pt>
                <c:pt idx="106">
                  <c:v>-1.27983878</c:v>
                </c:pt>
                <c:pt idx="107">
                  <c:v>-1.319521691</c:v>
                </c:pt>
                <c:pt idx="108">
                  <c:v>-1.341086922</c:v>
                </c:pt>
                <c:pt idx="109">
                  <c:v>-1.34180404</c:v>
                </c:pt>
                <c:pt idx="110">
                  <c:v>-1.367302209</c:v>
                </c:pt>
                <c:pt idx="111">
                  <c:v>-1.321541975</c:v>
                </c:pt>
                <c:pt idx="112">
                  <c:v>-1.360247093</c:v>
                </c:pt>
                <c:pt idx="113">
                  <c:v>-1.3258251</c:v>
                </c:pt>
                <c:pt idx="114">
                  <c:v>-1.359950247</c:v>
                </c:pt>
                <c:pt idx="115">
                  <c:v>-1.362844207</c:v>
                </c:pt>
                <c:pt idx="116">
                  <c:v>-1.360301271</c:v>
                </c:pt>
                <c:pt idx="117">
                  <c:v>-1.348217772</c:v>
                </c:pt>
                <c:pt idx="118">
                  <c:v>-1.349041167</c:v>
                </c:pt>
                <c:pt idx="119">
                  <c:v>-1.370585132</c:v>
                </c:pt>
                <c:pt idx="120">
                  <c:v>-1.358828177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2026-09-08  冻结结果更新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5–20 GHz 单频模型研究进展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训练/代理复用原冻结结果。物理采用snapshot_0054（17:11 UTC）。16对模型仍为首预算PARTIAL。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summary_0">
            <a:extLst xmlns:a="http://schemas.openxmlformats.org/drawingml/2006/main">
              <a:ext uri="{FF2B5EF4-FFF2-40B4-BE49-F238E27FC236}">
                <a16:creationId xmlns:a16="http://schemas.microsoft.com/office/drawing/2014/main" id="{74928930-40C9-409A-A875-27783F6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8" name="label_0">
            <a:extLst xmlns:a="http://schemas.openxmlformats.org/drawingml/2006/main">
              <a:ext uri="{FF2B5EF4-FFF2-40B4-BE49-F238E27FC236}">
                <a16:creationId xmlns:a16="http://schemas.microsoft.com/office/drawing/2014/main" id="{668AB645-6E3C-4F8C-918E-21DDEAA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逐频率正向/反向模型对</a:t>
            </a:r>
          </a:p>
        </p:txBody>
      </p:sp>
      <p:sp>
        <p:nvSpPr>
          <p:cNvPr id="19" name="summary_1">
            <a:extLst xmlns:a="http://schemas.openxmlformats.org/drawingml/2006/main">
              <a:ext uri="{FF2B5EF4-FFF2-40B4-BE49-F238E27FC236}">
                <a16:creationId xmlns:a16="http://schemas.microsoft.com/office/drawing/2014/main" id="{624EC106-6F54-4CCB-BC50-2D6D9FF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20" name="label_1">
            <a:extLst xmlns:a="http://schemas.openxmlformats.org/drawingml/2006/main">
              <a:ext uri="{FF2B5EF4-FFF2-40B4-BE49-F238E27FC236}">
                <a16:creationId xmlns:a16="http://schemas.microsoft.com/office/drawing/2014/main" id="{83E0F89D-DA67-458D-AD1D-6C80E03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固定 accepted 几何快照</a:t>
            </a:r>
          </a:p>
        </p:txBody>
      </p:sp>
      <p:sp>
        <p:nvSpPr>
          <p:cNvPr id="21" name="summary_2">
            <a:extLst xmlns:a="http://schemas.openxmlformats.org/drawingml/2006/main">
              <a:ext uri="{FF2B5EF4-FFF2-40B4-BE49-F238E27FC236}">
                <a16:creationId xmlns:a16="http://schemas.microsoft.com/office/drawing/2014/main" id="{5DC501E4-760E-4FC4-97C4-71514C9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560</a:t>
            </a:r>
          </a:p>
        </p:txBody>
      </p:sp>
      <p:sp>
        <p:nvSpPr>
          <p:cNvPr id="22" name="label_2">
            <a:extLst xmlns:a="http://schemas.openxmlformats.org/drawingml/2006/main">
              <a:ext uri="{FF2B5EF4-FFF2-40B4-BE49-F238E27FC236}">
                <a16:creationId xmlns:a16="http://schemas.microsoft.com/office/drawing/2014/main" id="{BECEE802-B5DB-4248-9E4A-51E9918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63请求独立真实EMX求解</a:t>
            </a:r>
          </a:p>
        </p:txBody>
      </p:sp>
      <p:graphicFrame>
        <p:nvGraphicFramePr>
          <p:cNvPr id="38" name="delivery_status"/>
          <p:cNvGraphicFramePr/>
          <p:nvPr/>
        </p:nvGraphicFramePr>
        <p:xfrm>
          <a:off xmlns:a="http://schemas.openxmlformats.org/drawingml/2006/main" x="666750" y="3028950"/>
          <a:ext xmlns:a="http://schemas.openxmlformats.org/drawingml/2006/main" cx="1076325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381500"/>
              </a:tblGrid>
              <a:tr h="51816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交付内容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实际状态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证据边界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5–20 GHz 共16对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保存、加载、诊断续训、test完成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PAIR_READY，权重仍标 PARTIAL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随机 Q 扫描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每频率10,000请求，每请求11候选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SELF_PROXY，不能替代EMX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累计真实物理核验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63请求，693原槽，533严格有效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560求解含27无效；15 GHz为开发5K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正式10K的15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训练/holdout/代理结果已完成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新几何 fresh EMX = NOT_RUN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main_result">
            <a:extLst xmlns:a="http://schemas.openxmlformats.org/drawingml/2006/main">
              <a:ext uri="{FF2B5EF4-FFF2-40B4-BE49-F238E27FC236}">
                <a16:creationId xmlns:a16="http://schemas.microsoft.com/office/drawing/2014/main" id="{43D5D220-FE38-4686-8E02-1A914BE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当前可展示可调用模型、真实留出误差与物理失败证据。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网络结构与调用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按频率调用一对 256×3 MLP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频率只选路由，不加入MLP输入。Qmin=min(Qp,Qs)，四物理指标对称匹配。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input">
            <a:extLst xmlns:a="http://schemas.openxmlformats.org/drawingml/2006/main">
              <a:ext uri="{FF2B5EF4-FFF2-40B4-BE49-F238E27FC236}">
                <a16:creationId xmlns:a16="http://schemas.microsoft.com/office/drawing/2014/main" id="{B1B8310C-835C-4EDC-AFB9-4CD1061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输入四目标：[Lp, Ls, Qmin, |k|]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B83A1-D748-4C24-8D31-B076B5F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整数频率 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A18B9-AFF5-454C-9140-D5ED8D1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D2DF3-2214-40D8-8D50-20517E7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05050"/>
            <a:ext cx="204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加载 F_f / I_f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FE26D-9A85-427B-B24D-A45CA15D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C102E-340C-458D-BAB6-C06CF9B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050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10维几何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DEE36-07E7-49E2-8C3F-0BA779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0EA90-1484-4604-929F-E7FC883D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同频 F_f 诊断</a:t>
            </a:r>
          </a:p>
        </p:txBody>
      </p:sp>
      <p:sp>
        <p:nvSpPr>
          <p:cNvPr id="25" name="F">
            <a:extLst xmlns:a="http://schemas.openxmlformats.org/drawingml/2006/main">
              <a:ext uri="{FF2B5EF4-FFF2-40B4-BE49-F238E27FC236}">
                <a16:creationId xmlns:a16="http://schemas.microsoft.com/office/drawing/2014/main" id="{6749931D-617B-4777-A84E-074BCEC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Forward_f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6DE15-A76B-418F-B1CB-B5CC913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1D5F4-7A49-4C3A-8476-43CA1991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5AC02-E62C-40EA-B546-16482E9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5311D-4D71-41AB-BC70-10332290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1758F-3FB9-49E4-8233-097B00C2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4783D-2A96-468C-BACB-8B881C5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C9E5F-2528-4F06-83BF-8D5B62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2C13B-E9F8-41C3-9983-F37500C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D9BCA-0842-424F-B5AD-59A6131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四物理目标 4</a:t>
            </a:r>
          </a:p>
        </p:txBody>
      </p:sp>
      <p:sp>
        <p:nvSpPr>
          <p:cNvPr id="35" name="I">
            <a:extLst xmlns:a="http://schemas.openxmlformats.org/drawingml/2006/main">
              <a:ext uri="{FF2B5EF4-FFF2-40B4-BE49-F238E27FC236}">
                <a16:creationId xmlns:a16="http://schemas.microsoft.com/office/drawing/2014/main" id="{685BA11D-C3D3-4500-AE0F-86F37E98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Inverse_f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3DB9F-203F-49E1-906C-D4557AC9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四目标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E3994A-8730-4CE5-A697-226AB5E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44003-C545-4A29-A921-2919123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CC98E-A9DF-4AA4-9FBB-CED1E12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B86F2-54E2-4745-9B3C-BBF430E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F39C5-14D1-4428-BBCA-C3FA9B19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D8B16-DF50-4879-9E19-D8280B3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F4F5A-3ED4-4A2C-A178-60E9AE6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05D1B-5DFC-4932-BD19-E0183D4E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45" name="model_details">
            <a:extLst xmlns:a="http://schemas.openxmlformats.org/drawingml/2006/main">
              <a:ext uri="{FF2B5EF4-FFF2-40B4-BE49-F238E27FC236}">
                <a16:creationId xmlns:a16="http://schemas.microsoft.com/office/drawing/2014/main" id="{6CD61310-2EC0-412C-8888-CD4F424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隐藏层：tanh近似GELU。几何输出：sigmoid映射至有效train包络。</a:t>
            </a:r>
          </a:p>
        </p:txBody>
      </p:sp>
      <p:sp>
        <p:nvSpPr>
          <p:cNvPr id="46" name="gradient">
            <a:extLst xmlns:a="http://schemas.openxmlformats.org/drawingml/2006/main">
              <a:ext uri="{FF2B5EF4-FFF2-40B4-BE49-F238E27FC236}">
                <a16:creationId xmlns:a16="http://schemas.microsoft.com/office/drawing/2014/main" id="{914AE759-CF37-402E-912D-0CB0282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反向训练冻结正向参数，同时保留几何输入梯度。独立维度包络仍需解析、GDS与DRC核验。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数据与划分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共同10K快照与逐频率有效样本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同一几何跨频率保持同一split。每频normalizer仅拟合该频率有效train，不裁剪原始物理标签。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plit">
            <a:extLst xmlns:a="http://schemas.openxmlformats.org/drawingml/2006/main">
              <a:ext uri="{FF2B5EF4-FFF2-40B4-BE49-F238E27FC236}">
                <a16:creationId xmlns:a16="http://schemas.microsoft.com/office/drawing/2014/main" id="{76C1E9EC-4D85-4DA3-B83B-79A1692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accepted_sequence=1..10000；共同几何hash划分：train 6015 / val 2002 / test 1983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5a4eeb80df4c59"/>
          </a:graphicData>
        </a:graphic>
      </p:graphicFrame>
      <p:graphicFrame>
        <p:nvGraphicFramePr>
          <p:cNvPr id="31" name="strict_examples"/>
          <p:cNvGraphicFramePr/>
          <p:nvPr/>
        </p:nvGraphicFramePr>
        <p:xfrm>
          <a:off xmlns:a="http://schemas.openxmlformats.org/drawingml/2006/main" x="8086725" y="2457450"/>
          <a:ext xmlns:a="http://schemas.openxmlformats.org/drawingml/2006/main" cx="3419475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"/>
                <a:gridCol w="742950"/>
                <a:gridCol w="742950"/>
                <a:gridCol w="676275"/>
                <a:gridCol w="676275"/>
              </a:tblGrid>
              <a:tr h="51196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GHz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2002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1983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5227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3175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1046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trict_caveat">
            <a:extLst xmlns:a="http://schemas.openxmlformats.org/drawingml/2006/main">
              <a:ext uri="{FF2B5EF4-FFF2-40B4-BE49-F238E27FC236}">
                <a16:creationId xmlns:a16="http://schemas.microsoft.com/office/drawing/2014/main" id="{6DE6796F-254C-4ABF-9374-953D96D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625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高频严格标签减少。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20 GHz仅279个几何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参与梯度训练。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“10K”指源快照，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不代表每频训练10K行。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留出集正向误差：电感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06E1786C-2E6F-4267-AA83-E7B481A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2ac8c74a1d4d5a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5cff6d430249eb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291976D1-5F63-44E5-8C72-999B5CD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留出集正向误差：Q 与耦合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97A2CA3C-1159-48CC-A8E4-7502FFF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afc8ab25db4eac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67aeef4b2414f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4F3C7EBA-30C8-4FB3-B05B-0A61452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SELF_PROXY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随机Q扫描：每频率10,000个请求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百分比以每频率原10,000请求为分母。响应命中采用固定绝对容差，解析通过不等于DRC通过。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7" name="q_definition">
            <a:extLst xmlns:a="http://schemas.openxmlformats.org/drawingml/2006/main">
              <a:ext uri="{FF2B5EF4-FFF2-40B4-BE49-F238E27FC236}">
                <a16:creationId xmlns:a16="http://schemas.microsoft.com/office/drawing/2014/main" id="{4F7FADF0-F844-4C8C-8955-EC07214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固定 [Lp,Ls,|k|]，扫描整数 Q=10..20；每请求11组网格几何。预先选 q_proxy。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2295525"/>
          <a:ext xmlns:a="http://schemas.openxmlformats.org/drawingml/2006/main" cx="80962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396b958f8047e4"/>
          </a:graphicData>
        </a:graphic>
      </p:graphicFrame>
      <p:sp>
        <p:nvSpPr>
          <p:cNvPr id="19" name="score">
            <a:extLst xmlns:a="http://schemas.openxmlformats.org/drawingml/2006/main">
              <a:ext uri="{FF2B5EF4-FFF2-40B4-BE49-F238E27FC236}">
                <a16:creationId xmlns:a16="http://schemas.microsoft.com/office/drawing/2014/main" id="{0343626E-1E42-46E5-906A-229FC5F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5717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预选评分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四残差按固定跨度归一化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跨度 [2.5,2.5,20,0.8]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对称绝对容差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Lp/Ls：0.125 nH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Qmin：1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|k|：0.04</a:t>
            </a:r>
          </a:p>
        </p:txBody>
      </p:sp>
      <p:sp>
        <p:nvSpPr>
          <p:cNvPr id="20" name="no_champion">
            <a:extLst xmlns:a="http://schemas.openxmlformats.org/drawingml/2006/main">
              <a:ext uri="{FF2B5EF4-FFF2-40B4-BE49-F238E27FC236}">
                <a16:creationId xmlns:a16="http://schemas.microsoft.com/office/drawing/2014/main" id="{1302FC3E-6312-4621-8DAA-E41F706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本页仅为模型内部反馈。q_proxy的真实EMX表现需按原始请求继续核验。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63个物理请求：533 / 693 槽严格有效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63请求保留原11槽。533有效+27无效+46解析拒绝+60 GDS失败+27 DRC失败=693。未结算请求另列。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9" name="scope_note">
            <a:extLst xmlns:a="http://schemas.openxmlformats.org/drawingml/2006/main">
              <a:ext uri="{FF2B5EF4-FFF2-40B4-BE49-F238E27FC236}">
                <a16:creationId xmlns:a16="http://schemas.microsoft.com/office/drawing/2014/main" id="{5CEA56B4-8FAD-4D8E-A157-6902AA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15*：开发5K，4请求；其他15频率：正式10K，59请求。</a:t>
            </a:r>
          </a:p>
        </p:txBody>
      </p:sp>
      <p:sp>
        <p:nvSpPr>
          <p:cNvPr id="20" name="qemx_gate">
            <a:extLst xmlns:a="http://schemas.openxmlformats.org/drawingml/2006/main">
              <a:ext uri="{FF2B5EF4-FFF2-40B4-BE49-F238E27FC236}">
                <a16:creationId xmlns:a16="http://schemas.microsoft.com/office/drawing/2014/main" id="{DC6B2A7B-824A-4A22-AD9E-37847B3C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仅7请求满足完整strict 11。每频率3–4请求，区间为小样本描述性证据。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6143625" cy="380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4672cc94e4c52"/>
          </a:graphicData>
        </a:graphic>
      </p:graphicFrame>
      <p:graphicFrame>
        <p:nvGraphicFramePr>
          <p:cNvPr id="34" name="physical_request_status"/>
          <p:cNvGraphicFramePr/>
          <p:nvPr/>
        </p:nvGraphicFramePr>
        <p:xfrm>
          <a:off xmlns:a="http://schemas.openxmlformats.org/drawingml/2006/main" x="7181850" y="2076450"/>
          <a:ext xmlns:a="http://schemas.openxmlformats.org/drawingml/2006/main" cx="43243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704975"/>
              </a:tblGrid>
              <a:tr h="46264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检查项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冻结快照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请求已结算 / 全计划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 / 320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已结算原槽 / 全计划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693 / 3520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独立求解：有效 / 无效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533 / 27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未求解：解析 / GDS / DRC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 / 60 / 27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完整strict 11请求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/ 63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尚未结算请求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  strict无效的有限描述值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20 GHz预选 Q=14：SRF/2 严格条件未满足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固定第四个20 GHz请求，EMX前预选Q14。百分比仅诊断。strict无效不进入主误差或联合成功统计。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9" name="joint">
            <a:extLst xmlns:a="http://schemas.openxmlformats.org/drawingml/2006/main">
              <a:ext uri="{FF2B5EF4-FFF2-40B4-BE49-F238E27FC236}">
                <a16:creationId xmlns:a16="http://schemas.microsoft.com/office/drawing/2014/main" id="{1124C7E6-48EC-44BD-9586-52BD3C9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05375"/>
            <a:ext cx="500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descriptor有效，strict无效</a:t>
            </a:r>
          </a:p>
          <a:p xmlns:a="http://schemas.openxmlformats.org/drawingml/2006/main">
            <a:pPr>
              <a:buNone/>
              <a:def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原标记 below_half_srf = false</a:t>
            </a:r>
          </a:p>
        </p:txBody>
      </p:sp>
      <p:sp>
        <p:nvSpPr>
          <p:cNvPr id="20" name="dev_note">
            <a:extLst xmlns:a="http://schemas.openxmlformats.org/drawingml/2006/main">
              <a:ext uri="{FF2B5EF4-FFF2-40B4-BE49-F238E27FC236}">
                <a16:creationId xmlns:a16="http://schemas.microsoft.com/office/drawing/2014/main" id="{D55BE8E2-2815-478D-B810-EA8E44B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Q误差2.70%。主副SRF均落在39–40 GHz括区，20 GHz未满足SRF/2严格标签条件。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66750" y="1895475"/>
          <a:ext xmlns:a="http://schemas.openxmlformats.org/drawingml/2006/main" cx="536257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57b891d23d4c1f"/>
          </a:graphicData>
        </a:graphic>
      </p:graphicFrame>
      <p:graphicFrame>
        <p:nvGraphicFramePr>
          <p:cNvPr id="34" name="q10_actual_target"/>
          <p:cNvGraphicFramePr/>
          <p:nvPr/>
        </p:nvGraphicFramePr>
        <p:xfrm>
          <a:off xmlns:a="http://schemas.openxmlformats.org/drawingml/2006/main" x="6505575" y="2190750"/>
          <a:ext xmlns:a="http://schemas.openxmlformats.org/drawingml/2006/main" cx="5000625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219200"/>
                <a:gridCol w="1285875"/>
                <a:gridCol w="1219200"/>
              </a:tblGrid>
              <a:tr h="49720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指标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EMX描述值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绝对容差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Lp (nH)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1.408214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1.443480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Ls (nH)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1.124607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1.152971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Qmin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14.000000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13.622505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|k|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0.289144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0.333849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真实训练日志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 GHz正式模型学习曲线与预算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记录真实validation。两角色损失定义不同，不直接比较。19/20 GHz尚未完成600+3000更新的响应权重调度。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61c98c2b1a41f0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43625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55cfdf393b4b7f"/>
          </a:graphicData>
        </a:graphic>
      </p:graphicFrame>
      <p:graphicFrame>
        <p:nvGraphicFramePr>
          <p:cNvPr id="28" name="budget_counts"/>
          <p:cNvGraphicFramePr/>
          <p:nvPr/>
        </p:nvGraphicFramePr>
        <p:xfrm>
          <a:off xmlns:a="http://schemas.openxmlformats.org/drawingml/2006/main" x="666750" y="4705350"/>
          <a:ext xmlns:a="http://schemas.openxmlformats.org/drawingml/2006/main" cx="1076325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143500"/>
              </a:tblGrid>
              <a:tr h="3905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频率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每角色更新数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5–16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18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8875 / 5538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 / 20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3357 / 1744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PARTIAL，响应权重爬坡未结束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汇报问答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当前结论、局限与模型调用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所有模型、数据、split、normalizer、best/last与加载/续训证据均保留SHA引用。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28" name="advisor_qa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76325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导师可能追问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目前能够支持的回答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为什么先采用简单MLP？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复用已验证256×3结构，把工作频率作为模型路由，先获得可核验结果。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10K是否全用于训练？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不是。共同6015/2002/1983分组，逐频strict后有效训练数继续减少。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代理命中是否代表物理精度？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SELF_PROXY是内部反馈。真实EMX证据另列，并保留解析/GDS/DRC失败。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能选出最佳Q或宣布收敛吗？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仅7请求完整strict 11可算q_emx，其余保持空值。16对训练仍PARTIAL。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已验证什么？能否继续训练？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16包加载/单步诊断续训PASS。正式累计预算已耗尽，诊断权重不参与排名。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package">
            <a:extLst xmlns:a="http://schemas.openxmlformats.org/drawingml/2006/main">
              <a:ext uri="{FF2B5EF4-FFF2-40B4-BE49-F238E27FC236}">
                <a16:creationId xmlns:a16="http://schemas.microsoft.com/office/drawing/2014/main" id="{DB40D56C-2947-4C06-BFC4-BFE883A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实际正式15 GHz模型包</a:t>
            </a:r>
          </a:p>
        </p:txBody>
      </p:sp>
      <p:sp>
        <p:nvSpPr>
          <p:cNvPr id="19" name="path">
            <a:extLst xmlns:a="http://schemas.openxmlformats.org/drawingml/2006/main">
              <a:ext uri="{FF2B5EF4-FFF2-40B4-BE49-F238E27FC236}">
                <a16:creationId xmlns:a16="http://schemas.microsoft.com/office/drawing/2014/main" id="{5470EE3A-7D14-41B1-95A5-5CF1A4F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reports/frequency_indexed_mlp_20260908T041800Z/</a:t>
            </a:r>
          </a:p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formal10k_15ghz/posttrain/package/MODEL_INDEX.json</a:t>
            </a:r>
          </a:p>
        </p:txBody>
      </p:sp>
      <p:sp>
        <p:nvSpPr>
          <p:cNvPr id="20" name="call">
            <a:extLst xmlns:a="http://schemas.openxmlformats.org/drawingml/2006/main">
              <a:ext uri="{FF2B5EF4-FFF2-40B4-BE49-F238E27FC236}">
                <a16:creationId xmlns:a16="http://schemas.microsoft.com/office/drawing/2014/main" id="{16732149-D1FB-4239-849C-0A2CCCA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统一调用 frequency_package infer。保留冻结权重，诊断续训不等于正式延训。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2026-09-08T18:31:00.4470000Z</dcterms:created>
  <dcterms:modified xsi:type="dcterms:W3CDTF">2026-09-08T18:31:00.4470000Z</dcterms:modified>
</coreProperties>
</file>